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4"/>
  </p:sldMasterIdLst>
  <p:notesMasterIdLst>
    <p:notesMasterId r:id="rId6"/>
  </p:notesMasterIdLst>
  <p:handoutMasterIdLst>
    <p:handoutMasterId r:id="rId7"/>
  </p:handoutMasterIdLst>
  <p:sldIdLst>
    <p:sldId id="77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s" id="{7EF000AB-0D12-4A4E-A3EC-A9CA3BE4A5C0}">
          <p14:sldIdLst/>
        </p14:section>
        <p14:section name="Alternative Title Pages or Page Dividers" id="{EB048BE9-67D7-454D-8C2B-AB2C9F65F286}">
          <p14:sldIdLst/>
        </p14:section>
        <p14:section name="Contents Pages" id="{774DB9C8-2C39-4EBA-948A-191FE985A48D}">
          <p14:sldIdLst/>
        </p14:section>
        <p14:section name="Body Slide Options for Less Content" id="{16C2E04C-F47C-43C7-8E19-6FED2D8FA79D}">
          <p14:sldIdLst>
            <p14:sldId id="778"/>
          </p14:sldIdLst>
        </p14:section>
        <p14:section name="Body Slide Options More Content" id="{B348D90F-7CCC-419C-9756-C92810F99766}">
          <p14:sldIdLst/>
        </p14:section>
        <p14:section name="Image and Copy Layout for Less Content" id="{1141E438-DE33-42A2-8A3F-0773E45708EB}">
          <p14:sldIdLst/>
        </p14:section>
        <p14:section name="Image and Copy Layouts" id="{FF18A631-BFA1-4730-A0F1-A1F88EB04A14}">
          <p14:sldIdLst/>
        </p14:section>
        <p14:section name="Close" id="{ABE9C5C1-A639-454F-B486-30A3B9EE387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1A8E06-628B-2B10-B4B5-AB7579724213}" name="Verdah Jabeen" initials="VJ" userId="S::vjabeen@digitalrealty.com::6ace61bb-3ed5-4bfc-88b6-d3636338642b" providerId="AD"/>
  <p188:author id="{4EFC7748-D510-0674-52F7-DE1258B7BDD3}" name="Evaggelia Rounta" initials="ER" userId="S::erounta@digitalrealty.com::4464794c-0ac0-40b1-999f-84b8b6075ba2" providerId="AD"/>
  <p188:author id="{D8582FCF-A2C3-F21A-4D3D-61EACCB37F81}" name="Neriza Sirimarco" initials="NS" userId="S::nsirimarco@digitalrealty.com::616b2c2d-53c8-4b5a-9a69-173e478dccb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205" autoAdjust="0"/>
  </p:normalViewPr>
  <p:slideViewPr>
    <p:cSldViewPr snapToGrid="0">
      <p:cViewPr varScale="1">
        <p:scale>
          <a:sx n="121" d="100"/>
          <a:sy n="121" d="100"/>
        </p:scale>
        <p:origin x="72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298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FFFD52-4E12-EC8E-AAEF-39C3A0AD7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ABF57-5B87-44D4-F162-2819D1168F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898D0-32BC-4F94-B73D-13AC2973180F}" type="datetimeFigureOut">
              <a:rPr lang="en-GB" smtClean="0">
                <a:latin typeface="Arial" panose="020B0604020202020204" pitchFamily="34" charset="0"/>
              </a:rPr>
              <a:t>23/01/2026</a:t>
            </a:fld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A8452-D524-8034-26C6-AAB20B831C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1D46C-0051-0CFA-56AD-A9B54BCCD5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706D3-7BA1-4691-8510-215EF3DC7812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7193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65CA9E3-CD76-4ECB-83AE-AF5819DFEB96}" type="datetimeFigureOut">
              <a:rPr lang="en-GB" smtClean="0"/>
              <a:pPr/>
              <a:t>23/01/2026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9D9A469-41C0-4345-A332-60C64BEE914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6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4659-E7DC-D5E3-91E8-530A93665E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27142" y="2351312"/>
            <a:ext cx="5174150" cy="1549095"/>
          </a:xfrm>
          <a:prstGeom prst="rect">
            <a:avLst/>
          </a:prstGeom>
        </p:spPr>
        <p:txBody>
          <a:bodyPr anchor="ctr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D665E-1B93-C299-097E-ED14E2A9A3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24829" y="4171068"/>
            <a:ext cx="4656137" cy="77170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CAB22D-B1F3-6175-33F6-F4FEA1996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9078" y="5584054"/>
            <a:ext cx="2446985" cy="76594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Add Content</a:t>
            </a:r>
            <a:endParaRPr lang="en-GB" dirty="0"/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A7AF0290-22D4-AFDD-2D2C-4A1B74191F6C}"/>
              </a:ext>
            </a:extLst>
          </p:cNvPr>
          <p:cNvGrpSpPr/>
          <p:nvPr/>
        </p:nvGrpSpPr>
        <p:grpSpPr>
          <a:xfrm>
            <a:off x="9828103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38762E-EB44-3DAF-E7C7-B482E812EC27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868E11-D2EE-B67B-56EE-402D318C3A3D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763078-2732-68C0-E57A-A09ED0DAE1D3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3ACBBC3-3CDE-D7AA-C721-58307E42E0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85938" y="1"/>
            <a:ext cx="3126367" cy="2055137"/>
          </a:xfrm>
          <a:custGeom>
            <a:avLst/>
            <a:gdLst>
              <a:gd name="connsiteX0" fmla="*/ 188439 w 3126367"/>
              <a:gd name="connsiteY0" fmla="*/ 0 h 2055137"/>
              <a:gd name="connsiteX1" fmla="*/ 3068477 w 3126367"/>
              <a:gd name="connsiteY1" fmla="*/ 0 h 2055137"/>
              <a:gd name="connsiteX2" fmla="*/ 3126367 w 3126367"/>
              <a:gd name="connsiteY2" fmla="*/ 156540 h 2055137"/>
              <a:gd name="connsiteX3" fmla="*/ 2943345 w 3126367"/>
              <a:gd name="connsiteY3" fmla="*/ 960056 h 2055137"/>
              <a:gd name="connsiteX4" fmla="*/ 1544246 w 3126367"/>
              <a:gd name="connsiteY4" fmla="*/ 715900 h 2055137"/>
              <a:gd name="connsiteX5" fmla="*/ 1239210 w 3126367"/>
              <a:gd name="connsiteY5" fmla="*/ 2055137 h 2055137"/>
              <a:gd name="connsiteX6" fmla="*/ 399852 w 3126367"/>
              <a:gd name="connsiteY6" fmla="*/ 1908592 h 2055137"/>
              <a:gd name="connsiteX7" fmla="*/ 0 w 3126367"/>
              <a:gd name="connsiteY7" fmla="*/ 827366 h 205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6367" h="2055137">
                <a:moveTo>
                  <a:pt x="188439" y="0"/>
                </a:moveTo>
                <a:lnTo>
                  <a:pt x="3068477" y="0"/>
                </a:lnTo>
                <a:lnTo>
                  <a:pt x="3126367" y="156540"/>
                </a:lnTo>
                <a:lnTo>
                  <a:pt x="2943345" y="960056"/>
                </a:lnTo>
                <a:lnTo>
                  <a:pt x="1544246" y="715900"/>
                </a:lnTo>
                <a:lnTo>
                  <a:pt x="1239210" y="2055137"/>
                </a:lnTo>
                <a:lnTo>
                  <a:pt x="399852" y="1908592"/>
                </a:lnTo>
                <a:lnTo>
                  <a:pt x="0" y="82736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2AE4DA1-B9CF-AE68-27B3-6D6AD7AC33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7182" y="3771854"/>
            <a:ext cx="2821331" cy="3086145"/>
          </a:xfrm>
          <a:custGeom>
            <a:avLst/>
            <a:gdLst>
              <a:gd name="connsiteX0" fmla="*/ 488058 w 2821331"/>
              <a:gd name="connsiteY0" fmla="*/ 0 h 3086145"/>
              <a:gd name="connsiteX1" fmla="*/ 1327543 w 2821331"/>
              <a:gd name="connsiteY1" fmla="*/ 146544 h 3086145"/>
              <a:gd name="connsiteX2" fmla="*/ 1727395 w 2821331"/>
              <a:gd name="connsiteY2" fmla="*/ 1227771 h 3086145"/>
              <a:gd name="connsiteX3" fmla="*/ 1643891 w 2821331"/>
              <a:gd name="connsiteY3" fmla="*/ 1594323 h 3086145"/>
              <a:gd name="connsiteX4" fmla="*/ 2421479 w 2821331"/>
              <a:gd name="connsiteY4" fmla="*/ 1730191 h 3086145"/>
              <a:gd name="connsiteX5" fmla="*/ 2821331 w 2821331"/>
              <a:gd name="connsiteY5" fmla="*/ 2811291 h 3086145"/>
              <a:gd name="connsiteX6" fmla="*/ 2758736 w 2821331"/>
              <a:gd name="connsiteY6" fmla="*/ 3086145 h 3086145"/>
              <a:gd name="connsiteX7" fmla="*/ 348832 w 2821331"/>
              <a:gd name="connsiteY7" fmla="*/ 3086145 h 3086145"/>
              <a:gd name="connsiteX8" fmla="*/ 0 w 2821331"/>
              <a:gd name="connsiteY8" fmla="*/ 2142880 h 3086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21331" h="3086145">
                <a:moveTo>
                  <a:pt x="488058" y="0"/>
                </a:moveTo>
                <a:lnTo>
                  <a:pt x="1327543" y="146544"/>
                </a:lnTo>
                <a:lnTo>
                  <a:pt x="1727395" y="1227771"/>
                </a:lnTo>
                <a:lnTo>
                  <a:pt x="1643891" y="1594323"/>
                </a:lnTo>
                <a:lnTo>
                  <a:pt x="2421479" y="1730191"/>
                </a:lnTo>
                <a:lnTo>
                  <a:pt x="2821331" y="2811291"/>
                </a:lnTo>
                <a:lnTo>
                  <a:pt x="2758736" y="3086145"/>
                </a:lnTo>
                <a:lnTo>
                  <a:pt x="348832" y="3086145"/>
                </a:lnTo>
                <a:lnTo>
                  <a:pt x="0" y="214288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E92AC98-A729-C94B-CFD0-F87193FEAC2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05086" y="0"/>
            <a:ext cx="2385891" cy="3227239"/>
          </a:xfrm>
          <a:custGeom>
            <a:avLst/>
            <a:gdLst>
              <a:gd name="connsiteX0" fmla="*/ 94728 w 2385891"/>
              <a:gd name="connsiteY0" fmla="*/ 0 h 3227239"/>
              <a:gd name="connsiteX1" fmla="*/ 1113645 w 2385891"/>
              <a:gd name="connsiteY1" fmla="*/ 0 h 3227239"/>
              <a:gd name="connsiteX2" fmla="*/ 1147699 w 2385891"/>
              <a:gd name="connsiteY2" fmla="*/ 24866 h 3227239"/>
              <a:gd name="connsiteX3" fmla="*/ 1190149 w 2385891"/>
              <a:gd name="connsiteY3" fmla="*/ 57531 h 3227239"/>
              <a:gd name="connsiteX4" fmla="*/ 1231583 w 2385891"/>
              <a:gd name="connsiteY4" fmla="*/ 90958 h 3227239"/>
              <a:gd name="connsiteX5" fmla="*/ 1272128 w 2385891"/>
              <a:gd name="connsiteY5" fmla="*/ 125528 h 3227239"/>
              <a:gd name="connsiteX6" fmla="*/ 1311655 w 2385891"/>
              <a:gd name="connsiteY6" fmla="*/ 160862 h 3227239"/>
              <a:gd name="connsiteX7" fmla="*/ 1350166 w 2385891"/>
              <a:gd name="connsiteY7" fmla="*/ 197212 h 3227239"/>
              <a:gd name="connsiteX8" fmla="*/ 1387787 w 2385891"/>
              <a:gd name="connsiteY8" fmla="*/ 234325 h 3227239"/>
              <a:gd name="connsiteX9" fmla="*/ 1424391 w 2385891"/>
              <a:gd name="connsiteY9" fmla="*/ 272327 h 3227239"/>
              <a:gd name="connsiteX10" fmla="*/ 1459852 w 2385891"/>
              <a:gd name="connsiteY10" fmla="*/ 311092 h 3227239"/>
              <a:gd name="connsiteX11" fmla="*/ 1494423 w 2385891"/>
              <a:gd name="connsiteY11" fmla="*/ 350747 h 3227239"/>
              <a:gd name="connsiteX12" fmla="*/ 1527977 w 2385891"/>
              <a:gd name="connsiteY12" fmla="*/ 391164 h 3227239"/>
              <a:gd name="connsiteX13" fmla="*/ 1560387 w 2385891"/>
              <a:gd name="connsiteY13" fmla="*/ 432344 h 3227239"/>
              <a:gd name="connsiteX14" fmla="*/ 1591653 w 2385891"/>
              <a:gd name="connsiteY14" fmla="*/ 474287 h 3227239"/>
              <a:gd name="connsiteX15" fmla="*/ 1621903 w 2385891"/>
              <a:gd name="connsiteY15" fmla="*/ 516864 h 3227239"/>
              <a:gd name="connsiteX16" fmla="*/ 1651135 w 2385891"/>
              <a:gd name="connsiteY16" fmla="*/ 560205 h 3227239"/>
              <a:gd name="connsiteX17" fmla="*/ 1679097 w 2385891"/>
              <a:gd name="connsiteY17" fmla="*/ 604308 h 3227239"/>
              <a:gd name="connsiteX18" fmla="*/ 1706042 w 2385891"/>
              <a:gd name="connsiteY18" fmla="*/ 649047 h 3227239"/>
              <a:gd name="connsiteX19" fmla="*/ 1731842 w 2385891"/>
              <a:gd name="connsiteY19" fmla="*/ 694421 h 3227239"/>
              <a:gd name="connsiteX20" fmla="*/ 1756500 w 2385891"/>
              <a:gd name="connsiteY20" fmla="*/ 740431 h 3227239"/>
              <a:gd name="connsiteX21" fmla="*/ 1779886 w 2385891"/>
              <a:gd name="connsiteY21" fmla="*/ 786949 h 3227239"/>
              <a:gd name="connsiteX22" fmla="*/ 1802128 w 2385891"/>
              <a:gd name="connsiteY22" fmla="*/ 834229 h 3227239"/>
              <a:gd name="connsiteX23" fmla="*/ 1823226 w 2385891"/>
              <a:gd name="connsiteY23" fmla="*/ 881891 h 3227239"/>
              <a:gd name="connsiteX24" fmla="*/ 1843054 w 2385891"/>
              <a:gd name="connsiteY24" fmla="*/ 930189 h 3227239"/>
              <a:gd name="connsiteX25" fmla="*/ 1861737 w 2385891"/>
              <a:gd name="connsiteY25" fmla="*/ 979121 h 3227239"/>
              <a:gd name="connsiteX26" fmla="*/ 1874320 w 2385891"/>
              <a:gd name="connsiteY26" fmla="*/ 1014709 h 3227239"/>
              <a:gd name="connsiteX27" fmla="*/ 2236423 w 2385891"/>
              <a:gd name="connsiteY27" fmla="*/ 1995528 h 3227239"/>
              <a:gd name="connsiteX28" fmla="*/ 2242906 w 2385891"/>
              <a:gd name="connsiteY28" fmla="*/ 2011415 h 3227239"/>
              <a:gd name="connsiteX29" fmla="*/ 2261589 w 2385891"/>
              <a:gd name="connsiteY29" fmla="*/ 2060221 h 3227239"/>
              <a:gd name="connsiteX30" fmla="*/ 2279002 w 2385891"/>
              <a:gd name="connsiteY30" fmla="*/ 2109535 h 3227239"/>
              <a:gd name="connsiteX31" fmla="*/ 2282052 w 2385891"/>
              <a:gd name="connsiteY31" fmla="*/ 2119322 h 3227239"/>
              <a:gd name="connsiteX32" fmla="*/ 2282815 w 2385891"/>
              <a:gd name="connsiteY32" fmla="*/ 2121228 h 3227239"/>
              <a:gd name="connsiteX33" fmla="*/ 2282687 w 2385891"/>
              <a:gd name="connsiteY33" fmla="*/ 2121228 h 3227239"/>
              <a:gd name="connsiteX34" fmla="*/ 2295143 w 2385891"/>
              <a:gd name="connsiteY34" fmla="*/ 2159357 h 3227239"/>
              <a:gd name="connsiteX35" fmla="*/ 2310014 w 2385891"/>
              <a:gd name="connsiteY35" fmla="*/ 2209688 h 3227239"/>
              <a:gd name="connsiteX36" fmla="*/ 2323486 w 2385891"/>
              <a:gd name="connsiteY36" fmla="*/ 2260401 h 3227239"/>
              <a:gd name="connsiteX37" fmla="*/ 2335814 w 2385891"/>
              <a:gd name="connsiteY37" fmla="*/ 2311622 h 3227239"/>
              <a:gd name="connsiteX38" fmla="*/ 2346872 w 2385891"/>
              <a:gd name="connsiteY38" fmla="*/ 2363223 h 3227239"/>
              <a:gd name="connsiteX39" fmla="*/ 2356532 w 2385891"/>
              <a:gd name="connsiteY39" fmla="*/ 2415079 h 3227239"/>
              <a:gd name="connsiteX40" fmla="*/ 2364793 w 2385891"/>
              <a:gd name="connsiteY40" fmla="*/ 2467444 h 3227239"/>
              <a:gd name="connsiteX41" fmla="*/ 2371784 w 2385891"/>
              <a:gd name="connsiteY41" fmla="*/ 2520190 h 3227239"/>
              <a:gd name="connsiteX42" fmla="*/ 2377376 w 2385891"/>
              <a:gd name="connsiteY42" fmla="*/ 2573063 h 3227239"/>
              <a:gd name="connsiteX43" fmla="*/ 2381570 w 2385891"/>
              <a:gd name="connsiteY43" fmla="*/ 2626444 h 3227239"/>
              <a:gd name="connsiteX44" fmla="*/ 2384493 w 2385891"/>
              <a:gd name="connsiteY44" fmla="*/ 2680080 h 3227239"/>
              <a:gd name="connsiteX45" fmla="*/ 2385891 w 2385891"/>
              <a:gd name="connsiteY45" fmla="*/ 2733843 h 3227239"/>
              <a:gd name="connsiteX46" fmla="*/ 2385891 w 2385891"/>
              <a:gd name="connsiteY46" fmla="*/ 2787986 h 3227239"/>
              <a:gd name="connsiteX47" fmla="*/ 2384493 w 2385891"/>
              <a:gd name="connsiteY47" fmla="*/ 2842257 h 3227239"/>
              <a:gd name="connsiteX48" fmla="*/ 2381570 w 2385891"/>
              <a:gd name="connsiteY48" fmla="*/ 2896783 h 3227239"/>
              <a:gd name="connsiteX49" fmla="*/ 2377249 w 2385891"/>
              <a:gd name="connsiteY49" fmla="*/ 2951562 h 3227239"/>
              <a:gd name="connsiteX50" fmla="*/ 2371402 w 2385891"/>
              <a:gd name="connsiteY50" fmla="*/ 3006468 h 3227239"/>
              <a:gd name="connsiteX51" fmla="*/ 2364157 w 2385891"/>
              <a:gd name="connsiteY51" fmla="*/ 3061502 h 3227239"/>
              <a:gd name="connsiteX52" fmla="*/ 2355387 w 2385891"/>
              <a:gd name="connsiteY52" fmla="*/ 3116663 h 3227239"/>
              <a:gd name="connsiteX53" fmla="*/ 2345092 w 2385891"/>
              <a:gd name="connsiteY53" fmla="*/ 3171951 h 3227239"/>
              <a:gd name="connsiteX54" fmla="*/ 2333272 w 2385891"/>
              <a:gd name="connsiteY54" fmla="*/ 3227239 h 3227239"/>
              <a:gd name="connsiteX55" fmla="*/ 1493787 w 2385891"/>
              <a:gd name="connsiteY55" fmla="*/ 3080694 h 3227239"/>
              <a:gd name="connsiteX56" fmla="*/ 1093935 w 2385891"/>
              <a:gd name="connsiteY56" fmla="*/ 1999468 h 3227239"/>
              <a:gd name="connsiteX57" fmla="*/ 1101307 w 2385891"/>
              <a:gd name="connsiteY57" fmla="*/ 1964897 h 3227239"/>
              <a:gd name="connsiteX58" fmla="*/ 1107790 w 2385891"/>
              <a:gd name="connsiteY58" fmla="*/ 1930326 h 3227239"/>
              <a:gd name="connsiteX59" fmla="*/ 1113255 w 2385891"/>
              <a:gd name="connsiteY59" fmla="*/ 1895882 h 3227239"/>
              <a:gd name="connsiteX60" fmla="*/ 1117830 w 2385891"/>
              <a:gd name="connsiteY60" fmla="*/ 1861566 h 3227239"/>
              <a:gd name="connsiteX61" fmla="*/ 1118720 w 2385891"/>
              <a:gd name="connsiteY61" fmla="*/ 1852669 h 3227239"/>
              <a:gd name="connsiteX62" fmla="*/ 1105247 w 2385891"/>
              <a:gd name="connsiteY62" fmla="*/ 1839959 h 3227239"/>
              <a:gd name="connsiteX63" fmla="*/ 1080463 w 2385891"/>
              <a:gd name="connsiteY63" fmla="*/ 1817844 h 3227239"/>
              <a:gd name="connsiteX64" fmla="*/ 1055171 w 2385891"/>
              <a:gd name="connsiteY64" fmla="*/ 1796364 h 3227239"/>
              <a:gd name="connsiteX65" fmla="*/ 1029243 w 2385891"/>
              <a:gd name="connsiteY65" fmla="*/ 1775393 h 3227239"/>
              <a:gd name="connsiteX66" fmla="*/ 1002806 w 2385891"/>
              <a:gd name="connsiteY66" fmla="*/ 1754930 h 3227239"/>
              <a:gd name="connsiteX67" fmla="*/ 975734 w 2385891"/>
              <a:gd name="connsiteY67" fmla="*/ 1735230 h 3227239"/>
              <a:gd name="connsiteX68" fmla="*/ 948027 w 2385891"/>
              <a:gd name="connsiteY68" fmla="*/ 1716038 h 3227239"/>
              <a:gd name="connsiteX69" fmla="*/ 919811 w 2385891"/>
              <a:gd name="connsiteY69" fmla="*/ 1697482 h 3227239"/>
              <a:gd name="connsiteX70" fmla="*/ 891087 w 2385891"/>
              <a:gd name="connsiteY70" fmla="*/ 1679688 h 3227239"/>
              <a:gd name="connsiteX71" fmla="*/ 861854 w 2385891"/>
              <a:gd name="connsiteY71" fmla="*/ 1662403 h 3227239"/>
              <a:gd name="connsiteX72" fmla="*/ 831986 w 2385891"/>
              <a:gd name="connsiteY72" fmla="*/ 1645880 h 3227239"/>
              <a:gd name="connsiteX73" fmla="*/ 801609 w 2385891"/>
              <a:gd name="connsiteY73" fmla="*/ 1629993 h 3227239"/>
              <a:gd name="connsiteX74" fmla="*/ 770724 w 2385891"/>
              <a:gd name="connsiteY74" fmla="*/ 1614741 h 3227239"/>
              <a:gd name="connsiteX75" fmla="*/ 739459 w 2385891"/>
              <a:gd name="connsiteY75" fmla="*/ 1600379 h 3227239"/>
              <a:gd name="connsiteX76" fmla="*/ 707557 w 2385891"/>
              <a:gd name="connsiteY76" fmla="*/ 1586525 h 3227239"/>
              <a:gd name="connsiteX77" fmla="*/ 675147 w 2385891"/>
              <a:gd name="connsiteY77" fmla="*/ 1573561 h 3227239"/>
              <a:gd name="connsiteX78" fmla="*/ 642355 w 2385891"/>
              <a:gd name="connsiteY78" fmla="*/ 1561232 h 3227239"/>
              <a:gd name="connsiteX79" fmla="*/ 609055 w 2385891"/>
              <a:gd name="connsiteY79" fmla="*/ 1549666 h 3227239"/>
              <a:gd name="connsiteX80" fmla="*/ 575247 w 2385891"/>
              <a:gd name="connsiteY80" fmla="*/ 1538990 h 3227239"/>
              <a:gd name="connsiteX81" fmla="*/ 541057 w 2385891"/>
              <a:gd name="connsiteY81" fmla="*/ 1528949 h 3227239"/>
              <a:gd name="connsiteX82" fmla="*/ 506360 w 2385891"/>
              <a:gd name="connsiteY82" fmla="*/ 1519798 h 3227239"/>
              <a:gd name="connsiteX83" fmla="*/ 471280 w 2385891"/>
              <a:gd name="connsiteY83" fmla="*/ 1511410 h 3227239"/>
              <a:gd name="connsiteX84" fmla="*/ 435820 w 2385891"/>
              <a:gd name="connsiteY84" fmla="*/ 1503784 h 3227239"/>
              <a:gd name="connsiteX85" fmla="*/ 399851 w 2385891"/>
              <a:gd name="connsiteY85" fmla="*/ 1497048 h 3227239"/>
              <a:gd name="connsiteX86" fmla="*/ 0 w 2385891"/>
              <a:gd name="connsiteY86" fmla="*/ 415948 h 322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385891" h="3227239">
                <a:moveTo>
                  <a:pt x="94728" y="0"/>
                </a:moveTo>
                <a:lnTo>
                  <a:pt x="1113645" y="0"/>
                </a:lnTo>
                <a:lnTo>
                  <a:pt x="1147699" y="24866"/>
                </a:lnTo>
                <a:lnTo>
                  <a:pt x="1190149" y="57531"/>
                </a:lnTo>
                <a:lnTo>
                  <a:pt x="1231583" y="90958"/>
                </a:lnTo>
                <a:lnTo>
                  <a:pt x="1272128" y="125528"/>
                </a:lnTo>
                <a:lnTo>
                  <a:pt x="1311655" y="160862"/>
                </a:lnTo>
                <a:lnTo>
                  <a:pt x="1350166" y="197212"/>
                </a:lnTo>
                <a:lnTo>
                  <a:pt x="1387787" y="234325"/>
                </a:lnTo>
                <a:lnTo>
                  <a:pt x="1424391" y="272327"/>
                </a:lnTo>
                <a:lnTo>
                  <a:pt x="1459852" y="311092"/>
                </a:lnTo>
                <a:lnTo>
                  <a:pt x="1494423" y="350747"/>
                </a:lnTo>
                <a:lnTo>
                  <a:pt x="1527977" y="391164"/>
                </a:lnTo>
                <a:lnTo>
                  <a:pt x="1560387" y="432344"/>
                </a:lnTo>
                <a:lnTo>
                  <a:pt x="1591653" y="474287"/>
                </a:lnTo>
                <a:lnTo>
                  <a:pt x="1621903" y="516864"/>
                </a:lnTo>
                <a:lnTo>
                  <a:pt x="1651135" y="560205"/>
                </a:lnTo>
                <a:lnTo>
                  <a:pt x="1679097" y="604308"/>
                </a:lnTo>
                <a:lnTo>
                  <a:pt x="1706042" y="649047"/>
                </a:lnTo>
                <a:lnTo>
                  <a:pt x="1731842" y="694421"/>
                </a:lnTo>
                <a:lnTo>
                  <a:pt x="1756500" y="740431"/>
                </a:lnTo>
                <a:lnTo>
                  <a:pt x="1779886" y="786949"/>
                </a:lnTo>
                <a:lnTo>
                  <a:pt x="1802128" y="834229"/>
                </a:lnTo>
                <a:lnTo>
                  <a:pt x="1823226" y="881891"/>
                </a:lnTo>
                <a:lnTo>
                  <a:pt x="1843054" y="930189"/>
                </a:lnTo>
                <a:lnTo>
                  <a:pt x="1861737" y="979121"/>
                </a:lnTo>
                <a:lnTo>
                  <a:pt x="1874320" y="1014709"/>
                </a:lnTo>
                <a:lnTo>
                  <a:pt x="2236423" y="1995528"/>
                </a:lnTo>
                <a:lnTo>
                  <a:pt x="2242906" y="2011415"/>
                </a:lnTo>
                <a:lnTo>
                  <a:pt x="2261589" y="2060221"/>
                </a:lnTo>
                <a:lnTo>
                  <a:pt x="2279002" y="2109535"/>
                </a:lnTo>
                <a:lnTo>
                  <a:pt x="2282052" y="2119322"/>
                </a:lnTo>
                <a:lnTo>
                  <a:pt x="2282815" y="2121228"/>
                </a:lnTo>
                <a:lnTo>
                  <a:pt x="2282687" y="2121228"/>
                </a:lnTo>
                <a:lnTo>
                  <a:pt x="2295143" y="2159357"/>
                </a:lnTo>
                <a:lnTo>
                  <a:pt x="2310014" y="2209688"/>
                </a:lnTo>
                <a:lnTo>
                  <a:pt x="2323486" y="2260401"/>
                </a:lnTo>
                <a:lnTo>
                  <a:pt x="2335814" y="2311622"/>
                </a:lnTo>
                <a:lnTo>
                  <a:pt x="2346872" y="2363223"/>
                </a:lnTo>
                <a:lnTo>
                  <a:pt x="2356532" y="2415079"/>
                </a:lnTo>
                <a:lnTo>
                  <a:pt x="2364793" y="2467444"/>
                </a:lnTo>
                <a:lnTo>
                  <a:pt x="2371784" y="2520190"/>
                </a:lnTo>
                <a:lnTo>
                  <a:pt x="2377376" y="2573063"/>
                </a:lnTo>
                <a:lnTo>
                  <a:pt x="2381570" y="2626444"/>
                </a:lnTo>
                <a:lnTo>
                  <a:pt x="2384493" y="2680080"/>
                </a:lnTo>
                <a:lnTo>
                  <a:pt x="2385891" y="2733843"/>
                </a:lnTo>
                <a:lnTo>
                  <a:pt x="2385891" y="2787986"/>
                </a:lnTo>
                <a:lnTo>
                  <a:pt x="2384493" y="2842257"/>
                </a:lnTo>
                <a:lnTo>
                  <a:pt x="2381570" y="2896783"/>
                </a:lnTo>
                <a:lnTo>
                  <a:pt x="2377249" y="2951562"/>
                </a:lnTo>
                <a:lnTo>
                  <a:pt x="2371402" y="3006468"/>
                </a:lnTo>
                <a:lnTo>
                  <a:pt x="2364157" y="3061502"/>
                </a:lnTo>
                <a:lnTo>
                  <a:pt x="2355387" y="3116663"/>
                </a:lnTo>
                <a:lnTo>
                  <a:pt x="2345092" y="3171951"/>
                </a:lnTo>
                <a:lnTo>
                  <a:pt x="2333272" y="3227239"/>
                </a:lnTo>
                <a:lnTo>
                  <a:pt x="1493787" y="3080694"/>
                </a:lnTo>
                <a:lnTo>
                  <a:pt x="1093935" y="1999468"/>
                </a:lnTo>
                <a:lnTo>
                  <a:pt x="1101307" y="1964897"/>
                </a:lnTo>
                <a:lnTo>
                  <a:pt x="1107790" y="1930326"/>
                </a:lnTo>
                <a:lnTo>
                  <a:pt x="1113255" y="1895882"/>
                </a:lnTo>
                <a:lnTo>
                  <a:pt x="1117830" y="1861566"/>
                </a:lnTo>
                <a:lnTo>
                  <a:pt x="1118720" y="1852669"/>
                </a:lnTo>
                <a:lnTo>
                  <a:pt x="1105247" y="1839959"/>
                </a:lnTo>
                <a:lnTo>
                  <a:pt x="1080463" y="1817844"/>
                </a:lnTo>
                <a:lnTo>
                  <a:pt x="1055171" y="1796364"/>
                </a:lnTo>
                <a:lnTo>
                  <a:pt x="1029243" y="1775393"/>
                </a:lnTo>
                <a:lnTo>
                  <a:pt x="1002806" y="1754930"/>
                </a:lnTo>
                <a:lnTo>
                  <a:pt x="975734" y="1735230"/>
                </a:lnTo>
                <a:lnTo>
                  <a:pt x="948027" y="1716038"/>
                </a:lnTo>
                <a:lnTo>
                  <a:pt x="919811" y="1697482"/>
                </a:lnTo>
                <a:lnTo>
                  <a:pt x="891087" y="1679688"/>
                </a:lnTo>
                <a:lnTo>
                  <a:pt x="861854" y="1662403"/>
                </a:lnTo>
                <a:lnTo>
                  <a:pt x="831986" y="1645880"/>
                </a:lnTo>
                <a:lnTo>
                  <a:pt x="801609" y="1629993"/>
                </a:lnTo>
                <a:lnTo>
                  <a:pt x="770724" y="1614741"/>
                </a:lnTo>
                <a:lnTo>
                  <a:pt x="739459" y="1600379"/>
                </a:lnTo>
                <a:lnTo>
                  <a:pt x="707557" y="1586525"/>
                </a:lnTo>
                <a:lnTo>
                  <a:pt x="675147" y="1573561"/>
                </a:lnTo>
                <a:lnTo>
                  <a:pt x="642355" y="1561232"/>
                </a:lnTo>
                <a:lnTo>
                  <a:pt x="609055" y="1549666"/>
                </a:lnTo>
                <a:lnTo>
                  <a:pt x="575247" y="1538990"/>
                </a:lnTo>
                <a:lnTo>
                  <a:pt x="541057" y="1528949"/>
                </a:lnTo>
                <a:lnTo>
                  <a:pt x="506360" y="1519798"/>
                </a:lnTo>
                <a:lnTo>
                  <a:pt x="471280" y="1511410"/>
                </a:lnTo>
                <a:lnTo>
                  <a:pt x="435820" y="1503784"/>
                </a:lnTo>
                <a:lnTo>
                  <a:pt x="399851" y="1497048"/>
                </a:lnTo>
                <a:lnTo>
                  <a:pt x="0" y="41594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7F2B421D-861A-B336-4698-F670A5EE894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1291" y="4943957"/>
            <a:ext cx="3126368" cy="1914043"/>
          </a:xfrm>
          <a:custGeom>
            <a:avLst/>
            <a:gdLst>
              <a:gd name="connsiteX0" fmla="*/ 1887158 w 3126368"/>
              <a:gd name="connsiteY0" fmla="*/ 0 h 1914043"/>
              <a:gd name="connsiteX1" fmla="*/ 2726516 w 3126368"/>
              <a:gd name="connsiteY1" fmla="*/ 146544 h 1914043"/>
              <a:gd name="connsiteX2" fmla="*/ 3126368 w 3126368"/>
              <a:gd name="connsiteY2" fmla="*/ 1227771 h 1914043"/>
              <a:gd name="connsiteX3" fmla="*/ 3113022 w 3126368"/>
              <a:gd name="connsiteY3" fmla="*/ 1282804 h 1914043"/>
              <a:gd name="connsiteX4" fmla="*/ 3098406 w 3126368"/>
              <a:gd name="connsiteY4" fmla="*/ 1337330 h 1914043"/>
              <a:gd name="connsiteX5" fmla="*/ 3082264 w 3126368"/>
              <a:gd name="connsiteY5" fmla="*/ 1391220 h 1914043"/>
              <a:gd name="connsiteX6" fmla="*/ 3064979 w 3126368"/>
              <a:gd name="connsiteY6" fmla="*/ 1444474 h 1914043"/>
              <a:gd name="connsiteX7" fmla="*/ 3046295 w 3126368"/>
              <a:gd name="connsiteY7" fmla="*/ 1497219 h 1914043"/>
              <a:gd name="connsiteX8" fmla="*/ 3026340 w 3126368"/>
              <a:gd name="connsiteY8" fmla="*/ 1549203 h 1914043"/>
              <a:gd name="connsiteX9" fmla="*/ 3004988 w 3126368"/>
              <a:gd name="connsiteY9" fmla="*/ 1600423 h 1914043"/>
              <a:gd name="connsiteX10" fmla="*/ 2982619 w 3126368"/>
              <a:gd name="connsiteY10" fmla="*/ 1651136 h 1914043"/>
              <a:gd name="connsiteX11" fmla="*/ 2958851 w 3126368"/>
              <a:gd name="connsiteY11" fmla="*/ 1701086 h 1914043"/>
              <a:gd name="connsiteX12" fmla="*/ 2933940 w 3126368"/>
              <a:gd name="connsiteY12" fmla="*/ 1750400 h 1914043"/>
              <a:gd name="connsiteX13" fmla="*/ 2907885 w 3126368"/>
              <a:gd name="connsiteY13" fmla="*/ 1798824 h 1914043"/>
              <a:gd name="connsiteX14" fmla="*/ 2880559 w 3126368"/>
              <a:gd name="connsiteY14" fmla="*/ 1846740 h 1914043"/>
              <a:gd name="connsiteX15" fmla="*/ 2852216 w 3126368"/>
              <a:gd name="connsiteY15" fmla="*/ 1893767 h 1914043"/>
              <a:gd name="connsiteX16" fmla="*/ 2839237 w 3126368"/>
              <a:gd name="connsiteY16" fmla="*/ 1914043 h 1914043"/>
              <a:gd name="connsiteX17" fmla="*/ 5666 w 3126368"/>
              <a:gd name="connsiteY17" fmla="*/ 1914043 h 1914043"/>
              <a:gd name="connsiteX18" fmla="*/ 0 w 3126368"/>
              <a:gd name="connsiteY18" fmla="*/ 1898724 h 1914043"/>
              <a:gd name="connsiteX19" fmla="*/ 183022 w 3126368"/>
              <a:gd name="connsiteY19" fmla="*/ 1095081 h 1914043"/>
              <a:gd name="connsiteX20" fmla="*/ 219118 w 3126368"/>
              <a:gd name="connsiteY20" fmla="*/ 1100927 h 1914043"/>
              <a:gd name="connsiteX21" fmla="*/ 255341 w 3126368"/>
              <a:gd name="connsiteY21" fmla="*/ 1105884 h 1914043"/>
              <a:gd name="connsiteX22" fmla="*/ 291437 w 3126368"/>
              <a:gd name="connsiteY22" fmla="*/ 1109951 h 1914043"/>
              <a:gd name="connsiteX23" fmla="*/ 327406 w 3126368"/>
              <a:gd name="connsiteY23" fmla="*/ 1113128 h 1914043"/>
              <a:gd name="connsiteX24" fmla="*/ 363375 w 3126368"/>
              <a:gd name="connsiteY24" fmla="*/ 1115289 h 1914043"/>
              <a:gd name="connsiteX25" fmla="*/ 399343 w 3126368"/>
              <a:gd name="connsiteY25" fmla="*/ 1116687 h 1914043"/>
              <a:gd name="connsiteX26" fmla="*/ 435185 w 3126368"/>
              <a:gd name="connsiteY26" fmla="*/ 1117323 h 1914043"/>
              <a:gd name="connsiteX27" fmla="*/ 470773 w 3126368"/>
              <a:gd name="connsiteY27" fmla="*/ 1116941 h 1914043"/>
              <a:gd name="connsiteX28" fmla="*/ 506360 w 3126368"/>
              <a:gd name="connsiteY28" fmla="*/ 1115798 h 1914043"/>
              <a:gd name="connsiteX29" fmla="*/ 541821 w 3126368"/>
              <a:gd name="connsiteY29" fmla="*/ 1113764 h 1914043"/>
              <a:gd name="connsiteX30" fmla="*/ 577154 w 3126368"/>
              <a:gd name="connsiteY30" fmla="*/ 1110968 h 1914043"/>
              <a:gd name="connsiteX31" fmla="*/ 612361 w 3126368"/>
              <a:gd name="connsiteY31" fmla="*/ 1107281 h 1914043"/>
              <a:gd name="connsiteX32" fmla="*/ 647313 w 3126368"/>
              <a:gd name="connsiteY32" fmla="*/ 1102833 h 1914043"/>
              <a:gd name="connsiteX33" fmla="*/ 682137 w 3126368"/>
              <a:gd name="connsiteY33" fmla="*/ 1097622 h 1914043"/>
              <a:gd name="connsiteX34" fmla="*/ 716708 w 3126368"/>
              <a:gd name="connsiteY34" fmla="*/ 1091521 h 1914043"/>
              <a:gd name="connsiteX35" fmla="*/ 751025 w 3126368"/>
              <a:gd name="connsiteY35" fmla="*/ 1084658 h 1914043"/>
              <a:gd name="connsiteX36" fmla="*/ 785214 w 3126368"/>
              <a:gd name="connsiteY36" fmla="*/ 1077032 h 1914043"/>
              <a:gd name="connsiteX37" fmla="*/ 819149 w 3126368"/>
              <a:gd name="connsiteY37" fmla="*/ 1068644 h 1914043"/>
              <a:gd name="connsiteX38" fmla="*/ 852830 w 3126368"/>
              <a:gd name="connsiteY38" fmla="*/ 1059366 h 1914043"/>
              <a:gd name="connsiteX39" fmla="*/ 886257 w 3126368"/>
              <a:gd name="connsiteY39" fmla="*/ 1049452 h 1914043"/>
              <a:gd name="connsiteX40" fmla="*/ 919303 w 3126368"/>
              <a:gd name="connsiteY40" fmla="*/ 1038902 h 1914043"/>
              <a:gd name="connsiteX41" fmla="*/ 952094 w 3126368"/>
              <a:gd name="connsiteY41" fmla="*/ 1027464 h 1914043"/>
              <a:gd name="connsiteX42" fmla="*/ 984631 w 3126368"/>
              <a:gd name="connsiteY42" fmla="*/ 1015390 h 1914043"/>
              <a:gd name="connsiteX43" fmla="*/ 1016915 w 3126368"/>
              <a:gd name="connsiteY43" fmla="*/ 1002552 h 1914043"/>
              <a:gd name="connsiteX44" fmla="*/ 1048689 w 3126368"/>
              <a:gd name="connsiteY44" fmla="*/ 988953 h 1914043"/>
              <a:gd name="connsiteX45" fmla="*/ 1080210 w 3126368"/>
              <a:gd name="connsiteY45" fmla="*/ 974718 h 1914043"/>
              <a:gd name="connsiteX46" fmla="*/ 1111349 w 3126368"/>
              <a:gd name="connsiteY46" fmla="*/ 959720 h 1914043"/>
              <a:gd name="connsiteX47" fmla="*/ 1142234 w 3126368"/>
              <a:gd name="connsiteY47" fmla="*/ 944088 h 1914043"/>
              <a:gd name="connsiteX48" fmla="*/ 1172610 w 3126368"/>
              <a:gd name="connsiteY48" fmla="*/ 927819 h 1914043"/>
              <a:gd name="connsiteX49" fmla="*/ 1202605 w 3126368"/>
              <a:gd name="connsiteY49" fmla="*/ 910914 h 1914043"/>
              <a:gd name="connsiteX50" fmla="*/ 1232092 w 3126368"/>
              <a:gd name="connsiteY50" fmla="*/ 893248 h 1914043"/>
              <a:gd name="connsiteX51" fmla="*/ 1261325 w 3126368"/>
              <a:gd name="connsiteY51" fmla="*/ 874946 h 1914043"/>
              <a:gd name="connsiteX52" fmla="*/ 1289922 w 3126368"/>
              <a:gd name="connsiteY52" fmla="*/ 856008 h 1914043"/>
              <a:gd name="connsiteX53" fmla="*/ 1318265 w 3126368"/>
              <a:gd name="connsiteY53" fmla="*/ 836562 h 1914043"/>
              <a:gd name="connsiteX54" fmla="*/ 1345973 w 3126368"/>
              <a:gd name="connsiteY54" fmla="*/ 816353 h 1914043"/>
              <a:gd name="connsiteX55" fmla="*/ 1373298 w 3126368"/>
              <a:gd name="connsiteY55" fmla="*/ 795637 h 1914043"/>
              <a:gd name="connsiteX56" fmla="*/ 1400117 w 3126368"/>
              <a:gd name="connsiteY56" fmla="*/ 774157 h 1914043"/>
              <a:gd name="connsiteX57" fmla="*/ 1426426 w 3126368"/>
              <a:gd name="connsiteY57" fmla="*/ 752296 h 1914043"/>
              <a:gd name="connsiteX58" fmla="*/ 1452227 w 3126368"/>
              <a:gd name="connsiteY58" fmla="*/ 729673 h 1914043"/>
              <a:gd name="connsiteX59" fmla="*/ 1477392 w 3126368"/>
              <a:gd name="connsiteY59" fmla="*/ 706541 h 1914043"/>
              <a:gd name="connsiteX60" fmla="*/ 1502049 w 3126368"/>
              <a:gd name="connsiteY60" fmla="*/ 682773 h 1914043"/>
              <a:gd name="connsiteX61" fmla="*/ 1526198 w 3126368"/>
              <a:gd name="connsiteY61" fmla="*/ 658497 h 1914043"/>
              <a:gd name="connsiteX62" fmla="*/ 1549711 w 3126368"/>
              <a:gd name="connsiteY62" fmla="*/ 633713 h 1914043"/>
              <a:gd name="connsiteX63" fmla="*/ 1572716 w 3126368"/>
              <a:gd name="connsiteY63" fmla="*/ 608293 h 1914043"/>
              <a:gd name="connsiteX64" fmla="*/ 1595085 w 3126368"/>
              <a:gd name="connsiteY64" fmla="*/ 582492 h 1914043"/>
              <a:gd name="connsiteX65" fmla="*/ 1616819 w 3126368"/>
              <a:gd name="connsiteY65" fmla="*/ 556056 h 1914043"/>
              <a:gd name="connsiteX66" fmla="*/ 1637917 w 3126368"/>
              <a:gd name="connsiteY66" fmla="*/ 529111 h 1914043"/>
              <a:gd name="connsiteX67" fmla="*/ 1658381 w 3126368"/>
              <a:gd name="connsiteY67" fmla="*/ 501658 h 1914043"/>
              <a:gd name="connsiteX68" fmla="*/ 1678208 w 3126368"/>
              <a:gd name="connsiteY68" fmla="*/ 473569 h 1914043"/>
              <a:gd name="connsiteX69" fmla="*/ 1697273 w 3126368"/>
              <a:gd name="connsiteY69" fmla="*/ 445226 h 1914043"/>
              <a:gd name="connsiteX70" fmla="*/ 1715701 w 3126368"/>
              <a:gd name="connsiteY70" fmla="*/ 416247 h 1914043"/>
              <a:gd name="connsiteX71" fmla="*/ 1733496 w 3126368"/>
              <a:gd name="connsiteY71" fmla="*/ 386888 h 1914043"/>
              <a:gd name="connsiteX72" fmla="*/ 1750527 w 3126368"/>
              <a:gd name="connsiteY72" fmla="*/ 356893 h 1914043"/>
              <a:gd name="connsiteX73" fmla="*/ 1766795 w 3126368"/>
              <a:gd name="connsiteY73" fmla="*/ 326643 h 1914043"/>
              <a:gd name="connsiteX74" fmla="*/ 1782428 w 3126368"/>
              <a:gd name="connsiteY74" fmla="*/ 295886 h 1914043"/>
              <a:gd name="connsiteX75" fmla="*/ 1797172 w 3126368"/>
              <a:gd name="connsiteY75" fmla="*/ 264619 h 1914043"/>
              <a:gd name="connsiteX76" fmla="*/ 1811280 w 3126368"/>
              <a:gd name="connsiteY76" fmla="*/ 232972 h 1914043"/>
              <a:gd name="connsiteX77" fmla="*/ 1824498 w 3126368"/>
              <a:gd name="connsiteY77" fmla="*/ 200816 h 1914043"/>
              <a:gd name="connsiteX78" fmla="*/ 1837081 w 3126368"/>
              <a:gd name="connsiteY78" fmla="*/ 168405 h 1914043"/>
              <a:gd name="connsiteX79" fmla="*/ 1848774 w 3126368"/>
              <a:gd name="connsiteY79" fmla="*/ 135487 h 1914043"/>
              <a:gd name="connsiteX80" fmla="*/ 1859577 w 3126368"/>
              <a:gd name="connsiteY80" fmla="*/ 102187 h 1914043"/>
              <a:gd name="connsiteX81" fmla="*/ 1869618 w 3126368"/>
              <a:gd name="connsiteY81" fmla="*/ 68506 h 1914043"/>
              <a:gd name="connsiteX82" fmla="*/ 1878769 w 3126368"/>
              <a:gd name="connsiteY82" fmla="*/ 34444 h 191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3126368" h="1914043">
                <a:moveTo>
                  <a:pt x="1887158" y="0"/>
                </a:moveTo>
                <a:lnTo>
                  <a:pt x="2726516" y="146544"/>
                </a:lnTo>
                <a:lnTo>
                  <a:pt x="3126368" y="1227771"/>
                </a:lnTo>
                <a:lnTo>
                  <a:pt x="3113022" y="1282804"/>
                </a:lnTo>
                <a:lnTo>
                  <a:pt x="3098406" y="1337330"/>
                </a:lnTo>
                <a:lnTo>
                  <a:pt x="3082264" y="1391220"/>
                </a:lnTo>
                <a:lnTo>
                  <a:pt x="3064979" y="1444474"/>
                </a:lnTo>
                <a:lnTo>
                  <a:pt x="3046295" y="1497219"/>
                </a:lnTo>
                <a:lnTo>
                  <a:pt x="3026340" y="1549203"/>
                </a:lnTo>
                <a:lnTo>
                  <a:pt x="3004988" y="1600423"/>
                </a:lnTo>
                <a:lnTo>
                  <a:pt x="2982619" y="1651136"/>
                </a:lnTo>
                <a:lnTo>
                  <a:pt x="2958851" y="1701086"/>
                </a:lnTo>
                <a:lnTo>
                  <a:pt x="2933940" y="1750400"/>
                </a:lnTo>
                <a:lnTo>
                  <a:pt x="2907885" y="1798824"/>
                </a:lnTo>
                <a:lnTo>
                  <a:pt x="2880559" y="1846740"/>
                </a:lnTo>
                <a:lnTo>
                  <a:pt x="2852216" y="1893767"/>
                </a:lnTo>
                <a:lnTo>
                  <a:pt x="2839237" y="1914043"/>
                </a:lnTo>
                <a:lnTo>
                  <a:pt x="5666" y="1914043"/>
                </a:lnTo>
                <a:lnTo>
                  <a:pt x="0" y="1898724"/>
                </a:lnTo>
                <a:lnTo>
                  <a:pt x="183022" y="1095081"/>
                </a:lnTo>
                <a:lnTo>
                  <a:pt x="219118" y="1100927"/>
                </a:lnTo>
                <a:lnTo>
                  <a:pt x="255341" y="1105884"/>
                </a:lnTo>
                <a:lnTo>
                  <a:pt x="291437" y="1109951"/>
                </a:lnTo>
                <a:lnTo>
                  <a:pt x="327406" y="1113128"/>
                </a:lnTo>
                <a:lnTo>
                  <a:pt x="363375" y="1115289"/>
                </a:lnTo>
                <a:lnTo>
                  <a:pt x="399343" y="1116687"/>
                </a:lnTo>
                <a:lnTo>
                  <a:pt x="435185" y="1117323"/>
                </a:lnTo>
                <a:lnTo>
                  <a:pt x="470773" y="1116941"/>
                </a:lnTo>
                <a:lnTo>
                  <a:pt x="506360" y="1115798"/>
                </a:lnTo>
                <a:lnTo>
                  <a:pt x="541821" y="1113764"/>
                </a:lnTo>
                <a:lnTo>
                  <a:pt x="577154" y="1110968"/>
                </a:lnTo>
                <a:lnTo>
                  <a:pt x="612361" y="1107281"/>
                </a:lnTo>
                <a:lnTo>
                  <a:pt x="647313" y="1102833"/>
                </a:lnTo>
                <a:lnTo>
                  <a:pt x="682137" y="1097622"/>
                </a:lnTo>
                <a:lnTo>
                  <a:pt x="716708" y="1091521"/>
                </a:lnTo>
                <a:lnTo>
                  <a:pt x="751025" y="1084658"/>
                </a:lnTo>
                <a:lnTo>
                  <a:pt x="785214" y="1077032"/>
                </a:lnTo>
                <a:lnTo>
                  <a:pt x="819149" y="1068644"/>
                </a:lnTo>
                <a:lnTo>
                  <a:pt x="852830" y="1059366"/>
                </a:lnTo>
                <a:lnTo>
                  <a:pt x="886257" y="1049452"/>
                </a:lnTo>
                <a:lnTo>
                  <a:pt x="919303" y="1038902"/>
                </a:lnTo>
                <a:lnTo>
                  <a:pt x="952094" y="1027464"/>
                </a:lnTo>
                <a:lnTo>
                  <a:pt x="984631" y="1015390"/>
                </a:lnTo>
                <a:lnTo>
                  <a:pt x="1016915" y="1002552"/>
                </a:lnTo>
                <a:lnTo>
                  <a:pt x="1048689" y="988953"/>
                </a:lnTo>
                <a:lnTo>
                  <a:pt x="1080210" y="974718"/>
                </a:lnTo>
                <a:lnTo>
                  <a:pt x="1111349" y="959720"/>
                </a:lnTo>
                <a:lnTo>
                  <a:pt x="1142234" y="944088"/>
                </a:lnTo>
                <a:lnTo>
                  <a:pt x="1172610" y="927819"/>
                </a:lnTo>
                <a:lnTo>
                  <a:pt x="1202605" y="910914"/>
                </a:lnTo>
                <a:lnTo>
                  <a:pt x="1232092" y="893248"/>
                </a:lnTo>
                <a:lnTo>
                  <a:pt x="1261325" y="874946"/>
                </a:lnTo>
                <a:lnTo>
                  <a:pt x="1289922" y="856008"/>
                </a:lnTo>
                <a:lnTo>
                  <a:pt x="1318265" y="836562"/>
                </a:lnTo>
                <a:lnTo>
                  <a:pt x="1345973" y="816353"/>
                </a:lnTo>
                <a:lnTo>
                  <a:pt x="1373298" y="795637"/>
                </a:lnTo>
                <a:lnTo>
                  <a:pt x="1400117" y="774157"/>
                </a:lnTo>
                <a:lnTo>
                  <a:pt x="1426426" y="752296"/>
                </a:lnTo>
                <a:lnTo>
                  <a:pt x="1452227" y="729673"/>
                </a:lnTo>
                <a:lnTo>
                  <a:pt x="1477392" y="706541"/>
                </a:lnTo>
                <a:lnTo>
                  <a:pt x="1502049" y="682773"/>
                </a:lnTo>
                <a:lnTo>
                  <a:pt x="1526198" y="658497"/>
                </a:lnTo>
                <a:lnTo>
                  <a:pt x="1549711" y="633713"/>
                </a:lnTo>
                <a:lnTo>
                  <a:pt x="1572716" y="608293"/>
                </a:lnTo>
                <a:lnTo>
                  <a:pt x="1595085" y="582492"/>
                </a:lnTo>
                <a:lnTo>
                  <a:pt x="1616819" y="556056"/>
                </a:lnTo>
                <a:lnTo>
                  <a:pt x="1637917" y="529111"/>
                </a:lnTo>
                <a:lnTo>
                  <a:pt x="1658381" y="501658"/>
                </a:lnTo>
                <a:lnTo>
                  <a:pt x="1678208" y="473569"/>
                </a:lnTo>
                <a:lnTo>
                  <a:pt x="1697273" y="445226"/>
                </a:lnTo>
                <a:lnTo>
                  <a:pt x="1715701" y="416247"/>
                </a:lnTo>
                <a:lnTo>
                  <a:pt x="1733496" y="386888"/>
                </a:lnTo>
                <a:lnTo>
                  <a:pt x="1750527" y="356893"/>
                </a:lnTo>
                <a:lnTo>
                  <a:pt x="1766795" y="326643"/>
                </a:lnTo>
                <a:lnTo>
                  <a:pt x="1782428" y="295886"/>
                </a:lnTo>
                <a:lnTo>
                  <a:pt x="1797172" y="264619"/>
                </a:lnTo>
                <a:lnTo>
                  <a:pt x="1811280" y="232972"/>
                </a:lnTo>
                <a:lnTo>
                  <a:pt x="1824498" y="200816"/>
                </a:lnTo>
                <a:lnTo>
                  <a:pt x="1837081" y="168405"/>
                </a:lnTo>
                <a:lnTo>
                  <a:pt x="1848774" y="135487"/>
                </a:lnTo>
                <a:lnTo>
                  <a:pt x="1859577" y="102187"/>
                </a:lnTo>
                <a:lnTo>
                  <a:pt x="1869618" y="68506"/>
                </a:lnTo>
                <a:lnTo>
                  <a:pt x="1878769" y="3444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501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776" userDrawn="1">
          <p15:clr>
            <a:srgbClr val="A4A3A4"/>
          </p15:clr>
        </p15:guide>
        <p15:guide id="3" pos="5043" userDrawn="1">
          <p15:clr>
            <a:srgbClr val="A4A3A4"/>
          </p15:clr>
        </p15:guide>
        <p15:guide id="4" orient="horz" pos="1477" userDrawn="1">
          <p15:clr>
            <a:srgbClr val="A4A3A4"/>
          </p15:clr>
        </p15:guide>
        <p15:guide id="5" orient="horz" pos="2456" userDrawn="1">
          <p15:clr>
            <a:srgbClr val="A4A3A4"/>
          </p15:clr>
        </p15:guide>
        <p15:guide id="6" orient="horz" pos="2623" userDrawn="1">
          <p15:clr>
            <a:srgbClr val="A4A3A4"/>
          </p15:clr>
        </p15:guide>
        <p15:guide id="7" orient="horz" pos="3116" userDrawn="1">
          <p15:clr>
            <a:srgbClr val="A4A3A4"/>
          </p15:clr>
        </p15:guide>
        <p15:guide id="8" pos="4713" userDrawn="1">
          <p15:clr>
            <a:srgbClr val="A4A3A4"/>
          </p15:clr>
        </p15:guide>
        <p15:guide id="9" pos="5808" userDrawn="1">
          <p15:clr>
            <a:srgbClr val="A4A3A4"/>
          </p15:clr>
        </p15:guide>
        <p15:guide id="10" orient="horz" pos="3512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A7AF0290-22D4-AFDD-2D2C-4A1B74191F6C}"/>
              </a:ext>
            </a:extLst>
          </p:cNvPr>
          <p:cNvGrpSpPr/>
          <p:nvPr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38762E-EB44-3DAF-E7C7-B482E812EC27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868E11-D2EE-B67B-56EE-402D318C3A3D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763078-2732-68C0-E57A-A09ED0DAE1D3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 flipV="1">
            <a:off x="508000" y="57992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959E70B-EB8E-F5EB-4072-C6BB628F1447}"/>
              </a:ext>
            </a:extLst>
          </p:cNvPr>
          <p:cNvSpPr/>
          <p:nvPr userDrawn="1"/>
        </p:nvSpPr>
        <p:spPr>
          <a:xfrm>
            <a:off x="11123882" y="5799680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39297-9D44-73BC-D1FA-1ABAE06EF9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04422"/>
            <a:ext cx="9173787" cy="1327274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94F76-90E0-D282-BDF9-125C617492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619500"/>
            <a:ext cx="7312994" cy="800100"/>
          </a:xfrm>
          <a:prstGeom prst="rect">
            <a:avLst/>
          </a:prstGeom>
        </p:spPr>
        <p:txBody>
          <a:bodyPr lIns="0" anchor="t" anchorCtr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 style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CB3BD3C-3F28-9C5D-104A-DEAF416EA4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4113" y="4618413"/>
            <a:ext cx="5401887" cy="488950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Presenter Name</a:t>
            </a:r>
          </a:p>
          <a:p>
            <a:pPr lvl="1"/>
            <a:r>
              <a:rPr lang="en-US" dirty="0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443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2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2280" userDrawn="1">
          <p15:clr>
            <a:srgbClr val="A4A3A4"/>
          </p15:clr>
        </p15:guide>
        <p15:guide id="5" orient="horz" pos="2784" userDrawn="1">
          <p15:clr>
            <a:srgbClr val="A4A3A4"/>
          </p15:clr>
        </p15:guide>
        <p15:guide id="6" orient="horz" pos="2904" userDrawn="1">
          <p15:clr>
            <a:srgbClr val="A4A3A4"/>
          </p15:clr>
        </p15:guide>
        <p15:guide id="7" orient="horz" pos="3216" userDrawn="1">
          <p15:clr>
            <a:srgbClr val="A4A3A4"/>
          </p15:clr>
        </p15:guide>
        <p15:guide id="8" pos="5040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orient="horz" pos="1320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A7AF0290-22D4-AFDD-2D2C-4A1B74191F6C}"/>
              </a:ext>
            </a:extLst>
          </p:cNvPr>
          <p:cNvGrpSpPr/>
          <p:nvPr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38762E-EB44-3DAF-E7C7-B482E812EC27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868E11-D2EE-B67B-56EE-402D318C3A3D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763078-2732-68C0-E57A-A09ED0DAE1D3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 flipV="1">
            <a:off x="508000" y="57992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959E70B-EB8E-F5EB-4072-C6BB628F1447}"/>
              </a:ext>
            </a:extLst>
          </p:cNvPr>
          <p:cNvSpPr/>
          <p:nvPr userDrawn="1"/>
        </p:nvSpPr>
        <p:spPr>
          <a:xfrm>
            <a:off x="11123882" y="5799680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FA3BB1-1BC3-37D0-A537-FB6A90F72B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04422"/>
            <a:ext cx="9173787" cy="1327274"/>
          </a:xfrm>
          <a:prstGeom prst="rect">
            <a:avLst/>
          </a:prstGeom>
        </p:spPr>
        <p:txBody>
          <a:bodyPr lIns="0"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160100D-F915-DC31-A007-65A1F13613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619500"/>
            <a:ext cx="7312994" cy="8001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 style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13C4FE6-8764-C65A-3106-924CDABB1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4113" y="4618413"/>
            <a:ext cx="5401887" cy="48895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Presenter Name</a:t>
            </a:r>
          </a:p>
          <a:p>
            <a:pPr lvl="1"/>
            <a:r>
              <a:rPr lang="en-US" dirty="0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1366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5040" userDrawn="1">
          <p15:clr>
            <a:srgbClr val="A4A3A4"/>
          </p15:clr>
        </p15:guide>
        <p15:guide id="3" pos="6216" userDrawn="1">
          <p15:clr>
            <a:srgbClr val="A4A3A4"/>
          </p15:clr>
        </p15:guide>
        <p15:guide id="4" pos="432" userDrawn="1">
          <p15:clr>
            <a:srgbClr val="A4A3A4"/>
          </p15:clr>
        </p15:guide>
        <p15:guide id="5" orient="horz" pos="132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  <p15:guide id="7" orient="horz" pos="2280" userDrawn="1">
          <p15:clr>
            <a:srgbClr val="A4A3A4"/>
          </p15:clr>
        </p15:guide>
        <p15:guide id="8" orient="horz" pos="2784" userDrawn="1">
          <p15:clr>
            <a:srgbClr val="A4A3A4"/>
          </p15:clr>
        </p15:guide>
        <p15:guide id="9" orient="horz" pos="2904" userDrawn="1">
          <p15:clr>
            <a:srgbClr val="A4A3A4"/>
          </p15:clr>
        </p15:guide>
        <p15:guide id="10" orient="horz" pos="3216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9638358-344B-1B86-B841-B7518BC2F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4229024 w 6096000"/>
              <a:gd name="connsiteY0" fmla="*/ 3870700 h 6946032"/>
              <a:gd name="connsiteX1" fmla="*/ 3592425 w 6096000"/>
              <a:gd name="connsiteY1" fmla="*/ 4507298 h 6946032"/>
              <a:gd name="connsiteX2" fmla="*/ 3592425 w 6096000"/>
              <a:gd name="connsiteY2" fmla="*/ 4889196 h 6946032"/>
              <a:gd name="connsiteX3" fmla="*/ 3592120 w 6096000"/>
              <a:gd name="connsiteY3" fmla="*/ 4889501 h 6946032"/>
              <a:gd name="connsiteX4" fmla="*/ 4610922 w 6096000"/>
              <a:gd name="connsiteY4" fmla="*/ 3870700 h 6946032"/>
              <a:gd name="connsiteX5" fmla="*/ 1564017 w 6096000"/>
              <a:gd name="connsiteY5" fmla="*/ 3870700 h 6946032"/>
              <a:gd name="connsiteX6" fmla="*/ 1564017 w 6096000"/>
              <a:gd name="connsiteY6" fmla="*/ 4889500 h 6946032"/>
              <a:gd name="connsiteX7" fmla="*/ 2582817 w 6096000"/>
              <a:gd name="connsiteY7" fmla="*/ 4889500 h 6946032"/>
              <a:gd name="connsiteX8" fmla="*/ 2582817 w 6096000"/>
              <a:gd name="connsiteY8" fmla="*/ 4507603 h 6946032"/>
              <a:gd name="connsiteX9" fmla="*/ 1945915 w 6096000"/>
              <a:gd name="connsiteY9" fmla="*/ 4507603 h 6946032"/>
              <a:gd name="connsiteX10" fmla="*/ 1945915 w 6096000"/>
              <a:gd name="connsiteY10" fmla="*/ 3870700 h 6946032"/>
              <a:gd name="connsiteX11" fmla="*/ 1564554 w 6096000"/>
              <a:gd name="connsiteY11" fmla="*/ 1817552 h 6946032"/>
              <a:gd name="connsiteX12" fmla="*/ 1564554 w 6096000"/>
              <a:gd name="connsiteY12" fmla="*/ 2835814 h 6946032"/>
              <a:gd name="connsiteX13" fmla="*/ 1946250 w 6096000"/>
              <a:gd name="connsiteY13" fmla="*/ 2835814 h 6946032"/>
              <a:gd name="connsiteX14" fmla="*/ 1946250 w 6096000"/>
              <a:gd name="connsiteY14" fmla="*/ 2199247 h 6946032"/>
              <a:gd name="connsiteX15" fmla="*/ 2582817 w 6096000"/>
              <a:gd name="connsiteY15" fmla="*/ 2199247 h 6946032"/>
              <a:gd name="connsiteX16" fmla="*/ 2582817 w 6096000"/>
              <a:gd name="connsiteY16" fmla="*/ 1817552 h 6946032"/>
              <a:gd name="connsiteX17" fmla="*/ 3592120 w 6096000"/>
              <a:gd name="connsiteY17" fmla="*/ 1817551 h 6946032"/>
              <a:gd name="connsiteX18" fmla="*/ 3592120 w 6096000"/>
              <a:gd name="connsiteY18" fmla="*/ 2199563 h 6946032"/>
              <a:gd name="connsiteX19" fmla="*/ 4228908 w 6096000"/>
              <a:gd name="connsiteY19" fmla="*/ 2836351 h 6946032"/>
              <a:gd name="connsiteX20" fmla="*/ 4610920 w 6096000"/>
              <a:gd name="connsiteY20" fmla="*/ 2836351 h 6946032"/>
              <a:gd name="connsiteX21" fmla="*/ 3592120 w 6096000"/>
              <a:gd name="connsiteY21" fmla="*/ 1817551 h 6946032"/>
              <a:gd name="connsiteX22" fmla="*/ 0 w 6096000"/>
              <a:gd name="connsiteY22" fmla="*/ 0 h 6946032"/>
              <a:gd name="connsiteX23" fmla="*/ 6096000 w 6096000"/>
              <a:gd name="connsiteY23" fmla="*/ 0 h 6946032"/>
              <a:gd name="connsiteX24" fmla="*/ 6096000 w 6096000"/>
              <a:gd name="connsiteY24" fmla="*/ 6946032 h 6946032"/>
              <a:gd name="connsiteX25" fmla="*/ 0 w 6096000"/>
              <a:gd name="connsiteY25" fmla="*/ 6946032 h 694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946032">
                <a:moveTo>
                  <a:pt x="4229024" y="3870700"/>
                </a:moveTo>
                <a:cubicBezTo>
                  <a:pt x="4229024" y="4221790"/>
                  <a:pt x="3943515" y="4507298"/>
                  <a:pt x="3592425" y="4507298"/>
                </a:cubicBezTo>
                <a:lnTo>
                  <a:pt x="3592425" y="4889196"/>
                </a:lnTo>
                <a:lnTo>
                  <a:pt x="3592120" y="4889501"/>
                </a:lnTo>
                <a:cubicBezTo>
                  <a:pt x="4153986" y="4889501"/>
                  <a:pt x="4610922" y="4432261"/>
                  <a:pt x="4610922" y="3870700"/>
                </a:cubicBezTo>
                <a:close/>
                <a:moveTo>
                  <a:pt x="1564017" y="3870700"/>
                </a:moveTo>
                <a:lnTo>
                  <a:pt x="1564017" y="4889500"/>
                </a:lnTo>
                <a:lnTo>
                  <a:pt x="2582817" y="4889500"/>
                </a:lnTo>
                <a:lnTo>
                  <a:pt x="2582817" y="4507603"/>
                </a:lnTo>
                <a:lnTo>
                  <a:pt x="1945915" y="4507603"/>
                </a:lnTo>
                <a:lnTo>
                  <a:pt x="1945915" y="3870700"/>
                </a:lnTo>
                <a:close/>
                <a:moveTo>
                  <a:pt x="1564554" y="1817552"/>
                </a:moveTo>
                <a:lnTo>
                  <a:pt x="1564554" y="2835814"/>
                </a:lnTo>
                <a:lnTo>
                  <a:pt x="1946250" y="2835814"/>
                </a:lnTo>
                <a:lnTo>
                  <a:pt x="1946250" y="2199247"/>
                </a:lnTo>
                <a:lnTo>
                  <a:pt x="2582817" y="2199247"/>
                </a:lnTo>
                <a:lnTo>
                  <a:pt x="2582817" y="1817552"/>
                </a:lnTo>
                <a:close/>
                <a:moveTo>
                  <a:pt x="3592120" y="1817551"/>
                </a:moveTo>
                <a:lnTo>
                  <a:pt x="3592120" y="2199563"/>
                </a:lnTo>
                <a:cubicBezTo>
                  <a:pt x="3943315" y="2199563"/>
                  <a:pt x="4228908" y="2485157"/>
                  <a:pt x="4228908" y="2836351"/>
                </a:cubicBezTo>
                <a:lnTo>
                  <a:pt x="4610920" y="2836351"/>
                </a:lnTo>
                <a:cubicBezTo>
                  <a:pt x="4611225" y="2274623"/>
                  <a:pt x="4154154" y="1817551"/>
                  <a:pt x="3592120" y="1817551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946032"/>
                </a:lnTo>
                <a:lnTo>
                  <a:pt x="0" y="694603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A5034A-37DE-507E-4471-5CC820C3B5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390" y="2324101"/>
            <a:ext cx="5029200" cy="1572768"/>
          </a:xfrm>
          <a:prstGeom prst="rect">
            <a:avLst/>
          </a:prstGeom>
        </p:spPr>
        <p:txBody>
          <a:bodyPr lIns="0" anchor="t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B348EB7-BE48-2A6E-1A56-F9A7DEE330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390" y="4119648"/>
            <a:ext cx="4610100" cy="795252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E630FD4-9031-FDDF-2F95-650293D097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390" y="5723313"/>
            <a:ext cx="2315787" cy="457200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Presenter Name</a:t>
            </a:r>
          </a:p>
          <a:p>
            <a:pPr lvl="1"/>
            <a:r>
              <a:rPr lang="en-US" dirty="0"/>
              <a:t>Date</a:t>
            </a:r>
            <a:endParaRPr lang="en-GB" dirty="0"/>
          </a:p>
        </p:txBody>
      </p:sp>
      <p:grpSp>
        <p:nvGrpSpPr>
          <p:cNvPr id="2" name="Graphic 11">
            <a:extLst>
              <a:ext uri="{FF2B5EF4-FFF2-40B4-BE49-F238E27FC236}">
                <a16:creationId xmlns:a16="http://schemas.microsoft.com/office/drawing/2014/main" id="{A5064517-E24D-6B2E-91BA-E5FF8A818EE7}"/>
              </a:ext>
            </a:extLst>
          </p:cNvPr>
          <p:cNvGrpSpPr/>
          <p:nvPr userDrawn="1"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3AC56CD-EB8E-3FB7-676A-1834FB8C7374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3BB8F0B-41F4-6B66-C4F1-2B59ED9934E6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597553C-D75F-03E5-E51E-703E0B1B62F1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709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231" userDrawn="1">
          <p15:clr>
            <a:srgbClr val="A4A3A4"/>
          </p15:clr>
        </p15:guide>
        <p15:guide id="3" pos="3493" userDrawn="1">
          <p15:clr>
            <a:srgbClr val="A4A3A4"/>
          </p15:clr>
        </p15:guide>
        <p15:guide id="5" orient="horz" pos="1461" userDrawn="1">
          <p15:clr>
            <a:srgbClr val="A4A3A4"/>
          </p15:clr>
        </p15:guide>
        <p15:guide id="6" orient="horz" pos="2454" userDrawn="1">
          <p15:clr>
            <a:srgbClr val="A4A3A4"/>
          </p15:clr>
        </p15:guide>
        <p15:guide id="7" orient="horz" pos="2592" userDrawn="1">
          <p15:clr>
            <a:srgbClr val="A4A3A4"/>
          </p15:clr>
        </p15:guide>
        <p15:guide id="8" orient="horz" pos="3096" userDrawn="1">
          <p15:clr>
            <a:srgbClr val="A4A3A4"/>
          </p15:clr>
        </p15:guide>
        <p15:guide id="9" orient="horz" pos="3600" userDrawn="1">
          <p15:clr>
            <a:srgbClr val="A4A3A4"/>
          </p15:clr>
        </p15:guide>
        <p15:guide id="10" orient="horz" pos="3888" userDrawn="1">
          <p15:clr>
            <a:srgbClr val="A4A3A4"/>
          </p15:clr>
        </p15:guide>
        <p15:guide id="11" pos="1786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9638358-344B-1B86-B841-B7518BC2F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grpSp>
        <p:nvGrpSpPr>
          <p:cNvPr id="2" name="Graphic 11">
            <a:extLst>
              <a:ext uri="{FF2B5EF4-FFF2-40B4-BE49-F238E27FC236}">
                <a16:creationId xmlns:a16="http://schemas.microsoft.com/office/drawing/2014/main" id="{97E3C4F7-8583-366D-786E-FA51F9AB4CC3}"/>
              </a:ext>
            </a:extLst>
          </p:cNvPr>
          <p:cNvGrpSpPr/>
          <p:nvPr userDrawn="1"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0FA051D-7E2B-4A02-1F74-76B371F6A62A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5E16126-415D-4A83-4EC2-D676B32AD2AE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AD6331C-9C16-129E-F1A5-B5CF5D172AFC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B05EB5F5-A243-54F3-AC20-BC52901859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390" y="2324101"/>
            <a:ext cx="5029200" cy="1572768"/>
          </a:xfrm>
          <a:prstGeom prst="rect">
            <a:avLst/>
          </a:prstGeom>
        </p:spPr>
        <p:txBody>
          <a:bodyPr lIns="0" anchor="t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5EE1704-3293-8FE1-53AF-BC0DC12EC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390" y="4119648"/>
            <a:ext cx="4610100" cy="795252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C9B8FA0-2EC8-E801-6A61-49090D2E0C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390" y="5723313"/>
            <a:ext cx="2315787" cy="457200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Presenter Name</a:t>
            </a:r>
          </a:p>
          <a:p>
            <a:pPr lvl="1"/>
            <a:r>
              <a:rPr lang="en-US" dirty="0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677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231" userDrawn="1">
          <p15:clr>
            <a:srgbClr val="A4A3A4"/>
          </p15:clr>
        </p15:guide>
        <p15:guide id="3" pos="3493" userDrawn="1">
          <p15:clr>
            <a:srgbClr val="A4A3A4"/>
          </p15:clr>
        </p15:guide>
        <p15:guide id="4" pos="1786" userDrawn="1">
          <p15:clr>
            <a:srgbClr val="A4A3A4"/>
          </p15:clr>
        </p15:guide>
        <p15:guide id="5" orient="horz" pos="1461" userDrawn="1">
          <p15:clr>
            <a:srgbClr val="A4A3A4"/>
          </p15:clr>
        </p15:guide>
        <p15:guide id="6" orient="horz" pos="2454" userDrawn="1">
          <p15:clr>
            <a:srgbClr val="A4A3A4"/>
          </p15:clr>
        </p15:guide>
        <p15:guide id="7" orient="horz" pos="2592" userDrawn="1">
          <p15:clr>
            <a:srgbClr val="A4A3A4"/>
          </p15:clr>
        </p15:guide>
        <p15:guide id="8" orient="horz" pos="3096" userDrawn="1">
          <p15:clr>
            <a:srgbClr val="A4A3A4"/>
          </p15:clr>
        </p15:guide>
        <p15:guide id="9" orient="horz" pos="3600" userDrawn="1">
          <p15:clr>
            <a:srgbClr val="A4A3A4"/>
          </p15:clr>
        </p15:guide>
        <p15:guide id="10" orient="horz" pos="3888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04B950F-0547-D803-2C7D-BF91A6B3D23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08000" y="508000"/>
            <a:ext cx="11174516" cy="5353553"/>
            <a:chOff x="508000" y="508000"/>
            <a:chExt cx="11174516" cy="535355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F5D5F3E-8C23-F277-2463-6650F50964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132195" y="5311233"/>
              <a:ext cx="550321" cy="550320"/>
            </a:xfrm>
            <a:custGeom>
              <a:avLst/>
              <a:gdLst>
                <a:gd name="connsiteX0" fmla="*/ 284 w 947568"/>
                <a:gd name="connsiteY0" fmla="*/ 947284 h 947567"/>
                <a:gd name="connsiteX1" fmla="*/ 284 w 947568"/>
                <a:gd name="connsiteY1" fmla="*/ 592088 h 947567"/>
                <a:gd name="connsiteX2" fmla="*/ 592372 w 947568"/>
                <a:gd name="connsiteY2" fmla="*/ 0 h 947567"/>
                <a:gd name="connsiteX3" fmla="*/ 947568 w 947568"/>
                <a:gd name="connsiteY3" fmla="*/ 0 h 947567"/>
                <a:gd name="connsiteX4" fmla="*/ 0 w 947568"/>
                <a:gd name="connsiteY4" fmla="*/ 947568 h 947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568" h="947567">
                  <a:moveTo>
                    <a:pt x="284" y="947284"/>
                  </a:moveTo>
                  <a:lnTo>
                    <a:pt x="284" y="592088"/>
                  </a:lnTo>
                  <a:cubicBezTo>
                    <a:pt x="326826" y="592088"/>
                    <a:pt x="592372" y="326542"/>
                    <a:pt x="592372" y="0"/>
                  </a:cubicBezTo>
                  <a:lnTo>
                    <a:pt x="947568" y="0"/>
                  </a:lnTo>
                  <a:cubicBezTo>
                    <a:pt x="947568" y="522297"/>
                    <a:pt x="522581" y="947568"/>
                    <a:pt x="0" y="947568"/>
                  </a:cubicBez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B1B46D9-A198-3F8E-44D8-478B0CC4D9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132360" y="508000"/>
              <a:ext cx="550156" cy="550156"/>
            </a:xfrm>
            <a:custGeom>
              <a:avLst/>
              <a:gdLst>
                <a:gd name="connsiteX0" fmla="*/ 0 w 947284"/>
                <a:gd name="connsiteY0" fmla="*/ 0 h 947284"/>
                <a:gd name="connsiteX1" fmla="*/ 0 w 947284"/>
                <a:gd name="connsiteY1" fmla="*/ 355196 h 947284"/>
                <a:gd name="connsiteX2" fmla="*/ 592088 w 947284"/>
                <a:gd name="connsiteY2" fmla="*/ 947284 h 947284"/>
                <a:gd name="connsiteX3" fmla="*/ 947284 w 947284"/>
                <a:gd name="connsiteY3" fmla="*/ 947284 h 947284"/>
                <a:gd name="connsiteX4" fmla="*/ 0 w 947284"/>
                <a:gd name="connsiteY4" fmla="*/ 0 h 94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284" h="947284">
                  <a:moveTo>
                    <a:pt x="0" y="0"/>
                  </a:moveTo>
                  <a:lnTo>
                    <a:pt x="0" y="355196"/>
                  </a:lnTo>
                  <a:cubicBezTo>
                    <a:pt x="326542" y="355196"/>
                    <a:pt x="592088" y="620742"/>
                    <a:pt x="592088" y="947284"/>
                  </a:cubicBezTo>
                  <a:lnTo>
                    <a:pt x="947284" y="947284"/>
                  </a:lnTo>
                  <a:cubicBezTo>
                    <a:pt x="947568" y="424987"/>
                    <a:pt x="522581" y="0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11CB26E-FE46-4F6A-D3FE-038486E986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8000" y="5311232"/>
              <a:ext cx="550321" cy="550321"/>
            </a:xfrm>
            <a:custGeom>
              <a:avLst/>
              <a:gdLst>
                <a:gd name="connsiteX0" fmla="*/ 947568 w 947568"/>
                <a:gd name="connsiteY0" fmla="*/ 592088 h 947568"/>
                <a:gd name="connsiteX1" fmla="*/ 355196 w 947568"/>
                <a:gd name="connsiteY1" fmla="*/ 592088 h 947568"/>
                <a:gd name="connsiteX2" fmla="*/ 355196 w 947568"/>
                <a:gd name="connsiteY2" fmla="*/ 0 h 947568"/>
                <a:gd name="connsiteX3" fmla="*/ 0 w 947568"/>
                <a:gd name="connsiteY3" fmla="*/ 0 h 947568"/>
                <a:gd name="connsiteX4" fmla="*/ 0 w 947568"/>
                <a:gd name="connsiteY4" fmla="*/ 947568 h 947568"/>
                <a:gd name="connsiteX5" fmla="*/ 947568 w 947568"/>
                <a:gd name="connsiteY5" fmla="*/ 947568 h 947568"/>
                <a:gd name="connsiteX6" fmla="*/ 947568 w 947568"/>
                <a:gd name="connsiteY6" fmla="*/ 592088 h 94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68" h="947568">
                  <a:moveTo>
                    <a:pt x="947568" y="592088"/>
                  </a:moveTo>
                  <a:lnTo>
                    <a:pt x="355196" y="592088"/>
                  </a:lnTo>
                  <a:lnTo>
                    <a:pt x="355196" y="0"/>
                  </a:lnTo>
                  <a:lnTo>
                    <a:pt x="0" y="0"/>
                  </a:lnTo>
                  <a:lnTo>
                    <a:pt x="0" y="947568"/>
                  </a:lnTo>
                  <a:lnTo>
                    <a:pt x="947568" y="947568"/>
                  </a:lnTo>
                  <a:lnTo>
                    <a:pt x="947568" y="592088"/>
                  </a:ln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0C3EC74-8E7A-2D64-527E-D76620178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8000" y="508000"/>
              <a:ext cx="550800" cy="550800"/>
            </a:xfrm>
            <a:custGeom>
              <a:avLst/>
              <a:gdLst>
                <a:gd name="connsiteX0" fmla="*/ 355196 w 947568"/>
                <a:gd name="connsiteY0" fmla="*/ 355196 h 947568"/>
                <a:gd name="connsiteX1" fmla="*/ 947568 w 947568"/>
                <a:gd name="connsiteY1" fmla="*/ 355196 h 947568"/>
                <a:gd name="connsiteX2" fmla="*/ 947568 w 947568"/>
                <a:gd name="connsiteY2" fmla="*/ 0 h 947568"/>
                <a:gd name="connsiteX3" fmla="*/ 0 w 947568"/>
                <a:gd name="connsiteY3" fmla="*/ 0 h 947568"/>
                <a:gd name="connsiteX4" fmla="*/ 0 w 947568"/>
                <a:gd name="connsiteY4" fmla="*/ 947568 h 947568"/>
                <a:gd name="connsiteX5" fmla="*/ 355196 w 947568"/>
                <a:gd name="connsiteY5" fmla="*/ 947568 h 947568"/>
                <a:gd name="connsiteX6" fmla="*/ 355196 w 947568"/>
                <a:gd name="connsiteY6" fmla="*/ 355196 h 94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68" h="947568">
                  <a:moveTo>
                    <a:pt x="355196" y="355196"/>
                  </a:moveTo>
                  <a:lnTo>
                    <a:pt x="947568" y="355196"/>
                  </a:lnTo>
                  <a:lnTo>
                    <a:pt x="947568" y="0"/>
                  </a:lnTo>
                  <a:lnTo>
                    <a:pt x="0" y="0"/>
                  </a:lnTo>
                  <a:lnTo>
                    <a:pt x="0" y="947568"/>
                  </a:lnTo>
                  <a:lnTo>
                    <a:pt x="355196" y="947568"/>
                  </a:lnTo>
                  <a:lnTo>
                    <a:pt x="355196" y="355196"/>
                  </a:ln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0E01A-8D58-82F6-7310-4452B62B8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B96C821-FC48-1B53-F423-99372CC049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479927"/>
            <a:ext cx="9484709" cy="38985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+mj-lt"/>
              <a:buNone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  <a:defRPr>
                <a:solidFill>
                  <a:schemeClr val="tx1"/>
                </a:solidFill>
              </a:defRPr>
            </a:lvl2pPr>
            <a:lvl3pPr marL="740664" indent="-740664">
              <a:buFont typeface="+mj-lt"/>
              <a:buAutoNum type="arabicPeriod"/>
              <a:defRPr sz="4400">
                <a:solidFill>
                  <a:schemeClr val="tx1"/>
                </a:solidFill>
              </a:defRPr>
            </a:lvl3pPr>
            <a:lvl4pPr marL="1327150" indent="0">
              <a:buFont typeface="+mj-lt"/>
              <a:buNone/>
              <a:defRPr>
                <a:solidFill>
                  <a:schemeClr val="tx1"/>
                </a:solidFill>
              </a:defRPr>
            </a:lvl4pPr>
            <a:lvl5pPr marL="1974850" indent="0">
              <a:buFont typeface="+mj-lt"/>
              <a:buNone/>
              <a:defRPr>
                <a:solidFill>
                  <a:schemeClr val="tx1"/>
                </a:solidFill>
              </a:defRPr>
            </a:lvl5pPr>
          </a:lstStyle>
          <a:p>
            <a:pPr lvl="2"/>
            <a:r>
              <a:rPr lang="en-US" dirty="0"/>
              <a:t>Click to add contents</a:t>
            </a:r>
          </a:p>
          <a:p>
            <a:pPr lvl="2"/>
            <a:r>
              <a:rPr lang="en-US" dirty="0"/>
              <a:t>Click to add contents</a:t>
            </a:r>
          </a:p>
        </p:txBody>
      </p:sp>
    </p:spTree>
    <p:extLst>
      <p:ext uri="{BB962C8B-B14F-4D97-AF65-F5344CB8AC3E}">
        <p14:creationId xmlns:p14="http://schemas.microsoft.com/office/powerpoint/2010/main" val="710810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8" userDrawn="1">
          <p15:clr>
            <a:srgbClr val="A4A3A4"/>
          </p15:clr>
        </p15:guide>
        <p15:guide id="2" pos="6828" userDrawn="1">
          <p15:clr>
            <a:srgbClr val="A4A3A4"/>
          </p15:clr>
        </p15:guide>
        <p15:guide id="3" orient="horz" pos="927" userDrawn="1">
          <p15:clr>
            <a:srgbClr val="A4A3A4"/>
          </p15:clr>
        </p15:guide>
        <p15:guide id="4" orient="horz" pos="3388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 Extende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32195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3236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0E01A-8D58-82F6-7310-4452B62B8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EA3AA0-C640-490B-CBE0-75D1191314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394619"/>
            <a:ext cx="4433587" cy="40687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contents</a:t>
            </a:r>
          </a:p>
          <a:p>
            <a:pPr lvl="1"/>
            <a:r>
              <a:rPr lang="en-US" dirty="0"/>
              <a:t>Add detail here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6C302-33DB-7470-BB2F-CCAE92B547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3801" y="1396538"/>
            <a:ext cx="4433587" cy="40690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contents</a:t>
            </a:r>
          </a:p>
          <a:p>
            <a:pPr lvl="1"/>
            <a:r>
              <a:rPr lang="en-US" dirty="0"/>
              <a:t>Add detail here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0181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48" userDrawn="1">
          <p15:clr>
            <a:srgbClr val="A4A3A4"/>
          </p15:clr>
        </p15:guide>
        <p15:guide id="2" pos="4032" userDrawn="1">
          <p15:clr>
            <a:srgbClr val="A4A3A4"/>
          </p15:clr>
        </p15:guide>
        <p15:guide id="3" orient="horz" pos="870" userDrawn="1">
          <p15:clr>
            <a:srgbClr val="A4A3A4"/>
          </p15:clr>
        </p15:guide>
        <p15:guide id="4" pos="846" userDrawn="1">
          <p15:clr>
            <a:srgbClr val="A4A3A4"/>
          </p15:clr>
        </p15:guide>
        <p15:guide id="5" pos="6840" userDrawn="1">
          <p15:clr>
            <a:srgbClr val="A4A3A4"/>
          </p15:clr>
        </p15:guide>
        <p15:guide id="6" orient="horz" pos="3444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s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32195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3236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918E8EF-C6AA-2D35-33E4-3E4F82BF7E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479927"/>
            <a:ext cx="9484709" cy="38985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+mj-lt"/>
              <a:buNone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  <a:defRPr>
                <a:solidFill>
                  <a:schemeClr val="tx1"/>
                </a:solidFill>
              </a:defRPr>
            </a:lvl2pPr>
            <a:lvl3pPr marL="740664" indent="-740664">
              <a:buFont typeface="+mj-lt"/>
              <a:buAutoNum type="arabicPeriod"/>
              <a:defRPr sz="4400">
                <a:solidFill>
                  <a:schemeClr val="bg1"/>
                </a:solidFill>
              </a:defRPr>
            </a:lvl3pPr>
            <a:lvl4pPr marL="1327150" indent="0">
              <a:buFont typeface="+mj-lt"/>
              <a:buNone/>
              <a:defRPr>
                <a:solidFill>
                  <a:schemeClr val="tx1"/>
                </a:solidFill>
              </a:defRPr>
            </a:lvl4pPr>
            <a:lvl5pPr marL="1974850" indent="0">
              <a:buFont typeface="+mj-lt"/>
              <a:buNone/>
              <a:defRPr>
                <a:solidFill>
                  <a:schemeClr val="tx1"/>
                </a:solidFill>
              </a:defRPr>
            </a:lvl5pPr>
          </a:lstStyle>
          <a:p>
            <a:pPr lvl="2"/>
            <a:r>
              <a:rPr lang="en-US" dirty="0"/>
              <a:t>Click to add contents</a:t>
            </a:r>
          </a:p>
          <a:p>
            <a:pPr lvl="2"/>
            <a:r>
              <a:rPr lang="en-US" dirty="0"/>
              <a:t>Click to add contents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44C22C6-1761-6CFB-A7BD-E271E12F4D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3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28" userDrawn="1">
          <p15:clr>
            <a:srgbClr val="A4A3A4"/>
          </p15:clr>
        </p15:guide>
        <p15:guide id="2" pos="846" userDrawn="1">
          <p15:clr>
            <a:srgbClr val="A4A3A4"/>
          </p15:clr>
        </p15:guide>
        <p15:guide id="3" orient="horz" pos="927" userDrawn="1">
          <p15:clr>
            <a:srgbClr val="A4A3A4"/>
          </p15:clr>
        </p15:guide>
        <p15:guide id="4" orient="horz" pos="3388" userDrawn="1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s Page Extend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32195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3236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C7D46DAF-CF06-4F01-80D9-D11A99C12A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812001D-3C4F-F51F-61F3-4C8EFE5464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394619"/>
            <a:ext cx="4433587" cy="40687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bg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contents</a:t>
            </a:r>
          </a:p>
          <a:p>
            <a:pPr lvl="1"/>
            <a:r>
              <a:rPr lang="en-US" dirty="0"/>
              <a:t>Add detail here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D56C309-CC68-2337-ECBC-1A6CA06357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3801" y="1394619"/>
            <a:ext cx="4433587" cy="40690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bg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contents</a:t>
            </a:r>
          </a:p>
          <a:p>
            <a:pPr lvl="1"/>
            <a:r>
              <a:rPr lang="en-US" dirty="0"/>
              <a:t>Add detail here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1C3149E-730E-7A82-40B1-0984F261DB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93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48" userDrawn="1">
          <p15:clr>
            <a:srgbClr val="A4A3A4"/>
          </p15:clr>
        </p15:guide>
        <p15:guide id="2" pos="4032" userDrawn="1">
          <p15:clr>
            <a:srgbClr val="A4A3A4"/>
          </p15:clr>
        </p15:guide>
        <p15:guide id="3" pos="6840" userDrawn="1">
          <p15:clr>
            <a:srgbClr val="A4A3A4"/>
          </p15:clr>
        </p15:guide>
        <p15:guide id="4" pos="846" userDrawn="1">
          <p15:clr>
            <a:srgbClr val="A4A3A4"/>
          </p15:clr>
        </p15:guide>
        <p15:guide id="5" orient="horz" pos="876" userDrawn="1">
          <p15:clr>
            <a:srgbClr val="A4A3A4"/>
          </p15:clr>
        </p15:guide>
        <p15:guide id="6" orient="horz" pos="344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10B826E-E24B-47B7-8A39-26E09A268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A7023-46C6-2017-D693-96E78549DA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 style</a:t>
            </a:r>
            <a:br>
              <a:rPr lang="en-US" dirty="0"/>
            </a:br>
            <a:r>
              <a:rPr lang="en-US" dirty="0"/>
              <a:t>Click to add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42C18-1400-2BD7-30E5-8F66D2AF37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5FCE9B9-AF87-77F3-54ED-B8A4C7C97D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27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16" userDrawn="1">
          <p15:clr>
            <a:srgbClr val="A4A3A4"/>
          </p15:clr>
        </p15:guide>
        <p15:guide id="2" pos="432" userDrawn="1">
          <p15:clr>
            <a:srgbClr val="A4A3A4"/>
          </p15:clr>
        </p15:guide>
        <p15:guide id="3" pos="5040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orient="horz" pos="2088" userDrawn="1">
          <p15:clr>
            <a:srgbClr val="A4A3A4"/>
          </p15:clr>
        </p15:guide>
        <p15:guide id="6" orient="horz" pos="2232" userDrawn="1">
          <p15:clr>
            <a:srgbClr val="A4A3A4"/>
          </p15:clr>
        </p15:guide>
        <p15:guide id="7" orient="horz" pos="2544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BDFB1-6A50-2764-E6BC-F83FC05CCE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 style</a:t>
            </a:r>
            <a:br>
              <a:rPr lang="en-US" dirty="0"/>
            </a:br>
            <a:r>
              <a:rPr lang="en-US" dirty="0"/>
              <a:t>Click to add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DC70B-2EB7-CD2E-E527-99F85D599E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1734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16" userDrawn="1">
          <p15:clr>
            <a:srgbClr val="A4A3A4"/>
          </p15:clr>
        </p15:guide>
        <p15:guide id="2" pos="5040" userDrawn="1">
          <p15:clr>
            <a:srgbClr val="A4A3A4"/>
          </p15:clr>
        </p15:guide>
        <p15:guide id="3" pos="432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orient="horz" pos="2088" userDrawn="1">
          <p15:clr>
            <a:srgbClr val="A4A3A4"/>
          </p15:clr>
        </p15:guide>
        <p15:guide id="6" orient="horz" pos="2232" userDrawn="1">
          <p15:clr>
            <a:srgbClr val="A4A3A4"/>
          </p15:clr>
        </p15:guide>
        <p15:guide id="7" orient="horz" pos="2544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Colour">
    <p:bg>
      <p:bgPr>
        <a:solidFill>
          <a:srgbClr val="99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E501EE-6A7B-3E11-486C-212A70DF24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 style</a:t>
            </a:r>
            <a:br>
              <a:rPr lang="en-US" dirty="0"/>
            </a:br>
            <a:r>
              <a:rPr lang="en-US" dirty="0"/>
              <a:t>Click to add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4E4FCD8-B6A1-9A83-DBA7-AC6615CDCF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554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16" userDrawn="1">
          <p15:clr>
            <a:srgbClr val="A4A3A4"/>
          </p15:clr>
        </p15:guide>
        <p15:guide id="2" pos="5040" userDrawn="1">
          <p15:clr>
            <a:srgbClr val="A4A3A4"/>
          </p15:clr>
        </p15:guide>
        <p15:guide id="3" pos="432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orient="horz" pos="2088" userDrawn="1">
          <p15:clr>
            <a:srgbClr val="A4A3A4"/>
          </p15:clr>
        </p15:guide>
        <p15:guide id="6" orient="horz" pos="2232" userDrawn="1">
          <p15:clr>
            <a:srgbClr val="A4A3A4"/>
          </p15:clr>
        </p15:guide>
        <p15:guide id="7" orient="horz" pos="2544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A4C52F9-ADFC-275F-A8D1-3AA35C70E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80268" cy="19080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5C0BE58D-82B3-4471-9EC1-86B490FA47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EDE01-F3ED-767E-AB17-6605550D7C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 style</a:t>
            </a:r>
            <a:br>
              <a:rPr lang="en-US" dirty="0"/>
            </a:br>
            <a:r>
              <a:rPr lang="en-US" dirty="0"/>
              <a:t>Click to add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D3A7D-0E76-03A9-EF86-144A068E16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0386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40" userDrawn="1">
          <p15:clr>
            <a:srgbClr val="A4A3A4"/>
          </p15:clr>
        </p15:guide>
        <p15:guide id="2" pos="432" userDrawn="1">
          <p15:clr>
            <a:srgbClr val="A4A3A4"/>
          </p15:clr>
        </p15:guide>
        <p15:guide id="3" pos="6216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orient="horz" pos="2088" userDrawn="1">
          <p15:clr>
            <a:srgbClr val="A4A3A4"/>
          </p15:clr>
        </p15:guide>
        <p15:guide id="6" orient="horz" pos="2232" userDrawn="1">
          <p15:clr>
            <a:srgbClr val="A4A3A4"/>
          </p15:clr>
        </p15:guide>
        <p15:guide id="7" orient="horz" pos="2544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1">
    <p:bg>
      <p:bgPr>
        <a:solidFill>
          <a:srgbClr val="9AB5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ECB38475-B39F-6E79-C385-063469C566EA}"/>
              </a:ext>
            </a:extLst>
          </p:cNvPr>
          <p:cNvSpPr/>
          <p:nvPr userDrawn="1"/>
        </p:nvSpPr>
        <p:spPr>
          <a:xfrm>
            <a:off x="2997187" y="0"/>
            <a:ext cx="3427729" cy="4594860"/>
          </a:xfrm>
          <a:custGeom>
            <a:avLst/>
            <a:gdLst/>
            <a:ahLst/>
            <a:cxnLst/>
            <a:rect l="l" t="t" r="r" b="b"/>
            <a:pathLst>
              <a:path w="3427729" h="4594860">
                <a:moveTo>
                  <a:pt x="2570657" y="0"/>
                </a:moveTo>
                <a:lnTo>
                  <a:pt x="1285328" y="0"/>
                </a:lnTo>
                <a:lnTo>
                  <a:pt x="1285328" y="1166926"/>
                </a:lnTo>
                <a:lnTo>
                  <a:pt x="2570657" y="1166926"/>
                </a:lnTo>
                <a:lnTo>
                  <a:pt x="2570657" y="0"/>
                </a:lnTo>
                <a:close/>
              </a:path>
              <a:path w="3427729" h="4594860">
                <a:moveTo>
                  <a:pt x="3427526" y="3309137"/>
                </a:moveTo>
                <a:lnTo>
                  <a:pt x="3379114" y="3308591"/>
                </a:lnTo>
                <a:lnTo>
                  <a:pt x="3330956" y="3306991"/>
                </a:lnTo>
                <a:lnTo>
                  <a:pt x="3283064" y="3304311"/>
                </a:lnTo>
                <a:lnTo>
                  <a:pt x="3235464" y="3300603"/>
                </a:lnTo>
                <a:lnTo>
                  <a:pt x="3188157" y="3295853"/>
                </a:lnTo>
                <a:lnTo>
                  <a:pt x="3141141" y="3290074"/>
                </a:lnTo>
                <a:lnTo>
                  <a:pt x="3094456" y="3283280"/>
                </a:lnTo>
                <a:lnTo>
                  <a:pt x="3048101" y="3275482"/>
                </a:lnTo>
                <a:lnTo>
                  <a:pt x="3002076" y="3266706"/>
                </a:lnTo>
                <a:lnTo>
                  <a:pt x="2956407" y="3256940"/>
                </a:lnTo>
                <a:lnTo>
                  <a:pt x="2911094" y="3246209"/>
                </a:lnTo>
                <a:lnTo>
                  <a:pt x="2866161" y="3234525"/>
                </a:lnTo>
                <a:lnTo>
                  <a:pt x="2821609" y="3221888"/>
                </a:lnTo>
                <a:lnTo>
                  <a:pt x="2777452" y="3208324"/>
                </a:lnTo>
                <a:lnTo>
                  <a:pt x="2733700" y="3193834"/>
                </a:lnTo>
                <a:lnTo>
                  <a:pt x="2690380" y="3178441"/>
                </a:lnTo>
                <a:lnTo>
                  <a:pt x="2647480" y="3162147"/>
                </a:lnTo>
                <a:lnTo>
                  <a:pt x="2605024" y="3144951"/>
                </a:lnTo>
                <a:lnTo>
                  <a:pt x="2563025" y="3126892"/>
                </a:lnTo>
                <a:lnTo>
                  <a:pt x="2521496" y="3107969"/>
                </a:lnTo>
                <a:lnTo>
                  <a:pt x="2480437" y="3088195"/>
                </a:lnTo>
                <a:lnTo>
                  <a:pt x="2439860" y="3067570"/>
                </a:lnTo>
                <a:lnTo>
                  <a:pt x="2399792" y="3046120"/>
                </a:lnTo>
                <a:lnTo>
                  <a:pt x="2360231" y="3023844"/>
                </a:lnTo>
                <a:lnTo>
                  <a:pt x="2321191" y="3000768"/>
                </a:lnTo>
                <a:lnTo>
                  <a:pt x="2282685" y="2976892"/>
                </a:lnTo>
                <a:lnTo>
                  <a:pt x="2244725" y="2952229"/>
                </a:lnTo>
                <a:lnTo>
                  <a:pt x="2207323" y="2926791"/>
                </a:lnTo>
                <a:lnTo>
                  <a:pt x="2170480" y="2900603"/>
                </a:lnTo>
                <a:lnTo>
                  <a:pt x="2134235" y="2873654"/>
                </a:lnTo>
                <a:lnTo>
                  <a:pt x="2098560" y="2845968"/>
                </a:lnTo>
                <a:lnTo>
                  <a:pt x="2063496" y="2817558"/>
                </a:lnTo>
                <a:lnTo>
                  <a:pt x="2029053" y="2788424"/>
                </a:lnTo>
                <a:lnTo>
                  <a:pt x="1995220" y="2758592"/>
                </a:lnTo>
                <a:lnTo>
                  <a:pt x="1962035" y="2728061"/>
                </a:lnTo>
                <a:lnTo>
                  <a:pt x="1929498" y="2696845"/>
                </a:lnTo>
                <a:lnTo>
                  <a:pt x="1897608" y="2664968"/>
                </a:lnTo>
                <a:lnTo>
                  <a:pt x="1866404" y="2632430"/>
                </a:lnTo>
                <a:lnTo>
                  <a:pt x="1835873" y="2599232"/>
                </a:lnTo>
                <a:lnTo>
                  <a:pt x="1806041" y="2565412"/>
                </a:lnTo>
                <a:lnTo>
                  <a:pt x="1776907" y="2530957"/>
                </a:lnTo>
                <a:lnTo>
                  <a:pt x="1748497" y="2495893"/>
                </a:lnTo>
                <a:lnTo>
                  <a:pt x="1720811" y="2460231"/>
                </a:lnTo>
                <a:lnTo>
                  <a:pt x="1693862" y="2423972"/>
                </a:lnTo>
                <a:lnTo>
                  <a:pt x="1667662" y="2387142"/>
                </a:lnTo>
                <a:lnTo>
                  <a:pt x="1642224" y="2349728"/>
                </a:lnTo>
                <a:lnTo>
                  <a:pt x="1617560" y="2311768"/>
                </a:lnTo>
                <a:lnTo>
                  <a:pt x="1593697" y="2273274"/>
                </a:lnTo>
                <a:lnTo>
                  <a:pt x="1570609" y="2234234"/>
                </a:lnTo>
                <a:lnTo>
                  <a:pt x="1548345" y="2194674"/>
                </a:lnTo>
                <a:lnTo>
                  <a:pt x="1526882" y="2154593"/>
                </a:lnTo>
                <a:lnTo>
                  <a:pt x="1506270" y="2114029"/>
                </a:lnTo>
                <a:lnTo>
                  <a:pt x="1486484" y="2072970"/>
                </a:lnTo>
                <a:lnTo>
                  <a:pt x="1467561" y="2031428"/>
                </a:lnTo>
                <a:lnTo>
                  <a:pt x="1449501" y="1989429"/>
                </a:lnTo>
                <a:lnTo>
                  <a:pt x="1432318" y="1946973"/>
                </a:lnTo>
                <a:lnTo>
                  <a:pt x="1416011" y="1904085"/>
                </a:lnTo>
                <a:lnTo>
                  <a:pt x="1400619" y="1860753"/>
                </a:lnTo>
                <a:lnTo>
                  <a:pt x="1386128" y="1817001"/>
                </a:lnTo>
                <a:lnTo>
                  <a:pt x="1372565" y="1772856"/>
                </a:lnTo>
                <a:lnTo>
                  <a:pt x="1359928" y="1728304"/>
                </a:lnTo>
                <a:lnTo>
                  <a:pt x="1348244" y="1683372"/>
                </a:lnTo>
                <a:lnTo>
                  <a:pt x="1337513" y="1638058"/>
                </a:lnTo>
                <a:lnTo>
                  <a:pt x="1327746" y="1592389"/>
                </a:lnTo>
                <a:lnTo>
                  <a:pt x="1318971" y="1546364"/>
                </a:lnTo>
                <a:lnTo>
                  <a:pt x="1311173" y="1499997"/>
                </a:lnTo>
                <a:lnTo>
                  <a:pt x="1304378" y="1453311"/>
                </a:lnTo>
                <a:lnTo>
                  <a:pt x="1298613" y="1406309"/>
                </a:lnTo>
                <a:lnTo>
                  <a:pt x="1293850" y="1358988"/>
                </a:lnTo>
                <a:lnTo>
                  <a:pt x="1290142" y="1311389"/>
                </a:lnTo>
                <a:lnTo>
                  <a:pt x="1287462" y="1263497"/>
                </a:lnTo>
                <a:lnTo>
                  <a:pt x="1285862" y="1215339"/>
                </a:lnTo>
                <a:lnTo>
                  <a:pt x="1285316" y="1166926"/>
                </a:lnTo>
                <a:lnTo>
                  <a:pt x="0" y="1166926"/>
                </a:lnTo>
                <a:lnTo>
                  <a:pt x="342" y="1215301"/>
                </a:lnTo>
                <a:lnTo>
                  <a:pt x="1346" y="1263535"/>
                </a:lnTo>
                <a:lnTo>
                  <a:pt x="3022" y="1311592"/>
                </a:lnTo>
                <a:lnTo>
                  <a:pt x="5346" y="1359484"/>
                </a:lnTo>
                <a:lnTo>
                  <a:pt x="8331" y="1407198"/>
                </a:lnTo>
                <a:lnTo>
                  <a:pt x="11976" y="1454746"/>
                </a:lnTo>
                <a:lnTo>
                  <a:pt x="16256" y="1502105"/>
                </a:lnTo>
                <a:lnTo>
                  <a:pt x="21196" y="1549285"/>
                </a:lnTo>
                <a:lnTo>
                  <a:pt x="26758" y="1596275"/>
                </a:lnTo>
                <a:lnTo>
                  <a:pt x="32956" y="1643062"/>
                </a:lnTo>
                <a:lnTo>
                  <a:pt x="39789" y="1689658"/>
                </a:lnTo>
                <a:lnTo>
                  <a:pt x="47244" y="1736039"/>
                </a:lnTo>
                <a:lnTo>
                  <a:pt x="55321" y="1782229"/>
                </a:lnTo>
                <a:lnTo>
                  <a:pt x="64020" y="1828203"/>
                </a:lnTo>
                <a:lnTo>
                  <a:pt x="73329" y="1873948"/>
                </a:lnTo>
                <a:lnTo>
                  <a:pt x="83235" y="1919478"/>
                </a:lnTo>
                <a:lnTo>
                  <a:pt x="93751" y="1964791"/>
                </a:lnTo>
                <a:lnTo>
                  <a:pt x="104863" y="2009863"/>
                </a:lnTo>
                <a:lnTo>
                  <a:pt x="116573" y="2054707"/>
                </a:lnTo>
                <a:lnTo>
                  <a:pt x="128866" y="2099310"/>
                </a:lnTo>
                <a:lnTo>
                  <a:pt x="141757" y="2143671"/>
                </a:lnTo>
                <a:lnTo>
                  <a:pt x="155219" y="2187791"/>
                </a:lnTo>
                <a:lnTo>
                  <a:pt x="169252" y="2231656"/>
                </a:lnTo>
                <a:lnTo>
                  <a:pt x="183870" y="2275255"/>
                </a:lnTo>
                <a:lnTo>
                  <a:pt x="199047" y="2318601"/>
                </a:lnTo>
                <a:lnTo>
                  <a:pt x="214782" y="2361679"/>
                </a:lnTo>
                <a:lnTo>
                  <a:pt x="231089" y="2404478"/>
                </a:lnTo>
                <a:lnTo>
                  <a:pt x="247942" y="2447023"/>
                </a:lnTo>
                <a:lnTo>
                  <a:pt x="265341" y="2489276"/>
                </a:lnTo>
                <a:lnTo>
                  <a:pt x="283298" y="2531249"/>
                </a:lnTo>
                <a:lnTo>
                  <a:pt x="301790" y="2572931"/>
                </a:lnTo>
                <a:lnTo>
                  <a:pt x="320814" y="2614320"/>
                </a:lnTo>
                <a:lnTo>
                  <a:pt x="340372" y="2655417"/>
                </a:lnTo>
                <a:lnTo>
                  <a:pt x="360451" y="2696210"/>
                </a:lnTo>
                <a:lnTo>
                  <a:pt x="381063" y="2736697"/>
                </a:lnTo>
                <a:lnTo>
                  <a:pt x="402183" y="2776880"/>
                </a:lnTo>
                <a:lnTo>
                  <a:pt x="423824" y="2816745"/>
                </a:lnTo>
                <a:lnTo>
                  <a:pt x="445985" y="2856293"/>
                </a:lnTo>
                <a:lnTo>
                  <a:pt x="468630" y="2895511"/>
                </a:lnTo>
                <a:lnTo>
                  <a:pt x="491794" y="2934411"/>
                </a:lnTo>
                <a:lnTo>
                  <a:pt x="515442" y="2972968"/>
                </a:lnTo>
                <a:lnTo>
                  <a:pt x="539584" y="3011195"/>
                </a:lnTo>
                <a:lnTo>
                  <a:pt x="564222" y="3049092"/>
                </a:lnTo>
                <a:lnTo>
                  <a:pt x="589330" y="3086633"/>
                </a:lnTo>
                <a:lnTo>
                  <a:pt x="614934" y="3123819"/>
                </a:lnTo>
                <a:lnTo>
                  <a:pt x="640994" y="3160661"/>
                </a:lnTo>
                <a:lnTo>
                  <a:pt x="667537" y="3197136"/>
                </a:lnTo>
                <a:lnTo>
                  <a:pt x="694537" y="3233242"/>
                </a:lnTo>
                <a:lnTo>
                  <a:pt x="722007" y="3268992"/>
                </a:lnTo>
                <a:lnTo>
                  <a:pt x="749922" y="3304375"/>
                </a:lnTo>
                <a:lnTo>
                  <a:pt x="778294" y="3339376"/>
                </a:lnTo>
                <a:lnTo>
                  <a:pt x="807110" y="3373983"/>
                </a:lnTo>
                <a:lnTo>
                  <a:pt x="836371" y="3408222"/>
                </a:lnTo>
                <a:lnTo>
                  <a:pt x="866076" y="3442068"/>
                </a:lnTo>
                <a:lnTo>
                  <a:pt x="896213" y="3475507"/>
                </a:lnTo>
                <a:lnTo>
                  <a:pt x="926782" y="3508565"/>
                </a:lnTo>
                <a:lnTo>
                  <a:pt x="957770" y="3541204"/>
                </a:lnTo>
                <a:lnTo>
                  <a:pt x="989177" y="3573449"/>
                </a:lnTo>
                <a:lnTo>
                  <a:pt x="1021003" y="3605276"/>
                </a:lnTo>
                <a:lnTo>
                  <a:pt x="1053249" y="3636683"/>
                </a:lnTo>
                <a:lnTo>
                  <a:pt x="1085888" y="3667683"/>
                </a:lnTo>
                <a:lnTo>
                  <a:pt x="1118946" y="3698240"/>
                </a:lnTo>
                <a:lnTo>
                  <a:pt x="1152385" y="3728377"/>
                </a:lnTo>
                <a:lnTo>
                  <a:pt x="1186230" y="3758082"/>
                </a:lnTo>
                <a:lnTo>
                  <a:pt x="1220470" y="3787343"/>
                </a:lnTo>
                <a:lnTo>
                  <a:pt x="1255090" y="3816159"/>
                </a:lnTo>
                <a:lnTo>
                  <a:pt x="1290078" y="3844531"/>
                </a:lnTo>
                <a:lnTo>
                  <a:pt x="1325460" y="3872458"/>
                </a:lnTo>
                <a:lnTo>
                  <a:pt x="1361211" y="3899916"/>
                </a:lnTo>
                <a:lnTo>
                  <a:pt x="1397317" y="3926916"/>
                </a:lnTo>
                <a:lnTo>
                  <a:pt x="1433804" y="3953459"/>
                </a:lnTo>
                <a:lnTo>
                  <a:pt x="1470634" y="3979519"/>
                </a:lnTo>
                <a:lnTo>
                  <a:pt x="1507832" y="4005122"/>
                </a:lnTo>
                <a:lnTo>
                  <a:pt x="1545374" y="4030230"/>
                </a:lnTo>
                <a:lnTo>
                  <a:pt x="1583258" y="4054868"/>
                </a:lnTo>
                <a:lnTo>
                  <a:pt x="1621485" y="4079011"/>
                </a:lnTo>
                <a:lnTo>
                  <a:pt x="1660042" y="4102658"/>
                </a:lnTo>
                <a:lnTo>
                  <a:pt x="1698942" y="4125823"/>
                </a:lnTo>
                <a:lnTo>
                  <a:pt x="1738160" y="4148480"/>
                </a:lnTo>
                <a:lnTo>
                  <a:pt x="1777707" y="4170629"/>
                </a:lnTo>
                <a:lnTo>
                  <a:pt x="1817573" y="4192270"/>
                </a:lnTo>
                <a:lnTo>
                  <a:pt x="1857756" y="4213390"/>
                </a:lnTo>
                <a:lnTo>
                  <a:pt x="1898243" y="4234002"/>
                </a:lnTo>
                <a:lnTo>
                  <a:pt x="1939036" y="4254081"/>
                </a:lnTo>
                <a:lnTo>
                  <a:pt x="1980133" y="4273639"/>
                </a:lnTo>
                <a:lnTo>
                  <a:pt x="2021522" y="4292676"/>
                </a:lnTo>
                <a:lnTo>
                  <a:pt x="2063203" y="4311154"/>
                </a:lnTo>
                <a:lnTo>
                  <a:pt x="2105177" y="4329112"/>
                </a:lnTo>
                <a:lnTo>
                  <a:pt x="2147443" y="4346511"/>
                </a:lnTo>
                <a:lnTo>
                  <a:pt x="2189975" y="4363364"/>
                </a:lnTo>
                <a:lnTo>
                  <a:pt x="2232774" y="4379671"/>
                </a:lnTo>
                <a:lnTo>
                  <a:pt x="2275852" y="4395406"/>
                </a:lnTo>
                <a:lnTo>
                  <a:pt x="2319197" y="4410583"/>
                </a:lnTo>
                <a:lnTo>
                  <a:pt x="2362809" y="4425200"/>
                </a:lnTo>
                <a:lnTo>
                  <a:pt x="2406662" y="4439234"/>
                </a:lnTo>
                <a:lnTo>
                  <a:pt x="2450782" y="4452696"/>
                </a:lnTo>
                <a:lnTo>
                  <a:pt x="2495143" y="4465586"/>
                </a:lnTo>
                <a:lnTo>
                  <a:pt x="2539746" y="4477880"/>
                </a:lnTo>
                <a:lnTo>
                  <a:pt x="2584589" y="4489589"/>
                </a:lnTo>
                <a:lnTo>
                  <a:pt x="2629662" y="4500702"/>
                </a:lnTo>
                <a:lnTo>
                  <a:pt x="2674975" y="4511218"/>
                </a:lnTo>
                <a:lnTo>
                  <a:pt x="2720505" y="4521136"/>
                </a:lnTo>
                <a:lnTo>
                  <a:pt x="2766263" y="4530433"/>
                </a:lnTo>
                <a:lnTo>
                  <a:pt x="2812224" y="4539132"/>
                </a:lnTo>
                <a:lnTo>
                  <a:pt x="2858414" y="4547209"/>
                </a:lnTo>
                <a:lnTo>
                  <a:pt x="2904794" y="4554664"/>
                </a:lnTo>
                <a:lnTo>
                  <a:pt x="2951391" y="4561497"/>
                </a:lnTo>
                <a:lnTo>
                  <a:pt x="2998190" y="4567694"/>
                </a:lnTo>
                <a:lnTo>
                  <a:pt x="3045168" y="4573270"/>
                </a:lnTo>
                <a:lnTo>
                  <a:pt x="3092348" y="4578197"/>
                </a:lnTo>
                <a:lnTo>
                  <a:pt x="3139706" y="4582477"/>
                </a:lnTo>
                <a:lnTo>
                  <a:pt x="3187255" y="4586122"/>
                </a:lnTo>
                <a:lnTo>
                  <a:pt x="3234969" y="4589107"/>
                </a:lnTo>
                <a:lnTo>
                  <a:pt x="3282861" y="4591443"/>
                </a:lnTo>
                <a:lnTo>
                  <a:pt x="3330930" y="4593107"/>
                </a:lnTo>
                <a:lnTo>
                  <a:pt x="3379152" y="4594110"/>
                </a:lnTo>
                <a:lnTo>
                  <a:pt x="3427526" y="4594453"/>
                </a:lnTo>
                <a:lnTo>
                  <a:pt x="3427526" y="3309137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C3AF563-CF91-A257-3686-F3DAC69B0226}"/>
              </a:ext>
            </a:extLst>
          </p:cNvPr>
          <p:cNvSpPr/>
          <p:nvPr userDrawn="1"/>
        </p:nvSpPr>
        <p:spPr>
          <a:xfrm>
            <a:off x="6427660" y="4594453"/>
            <a:ext cx="3427729" cy="2263140"/>
          </a:xfrm>
          <a:custGeom>
            <a:avLst/>
            <a:gdLst/>
            <a:ahLst/>
            <a:cxnLst/>
            <a:rect l="l" t="t" r="r" b="b"/>
            <a:pathLst>
              <a:path w="3427729" h="2263140">
                <a:moveTo>
                  <a:pt x="3427526" y="0"/>
                </a:moveTo>
                <a:lnTo>
                  <a:pt x="0" y="0"/>
                </a:lnTo>
                <a:lnTo>
                  <a:pt x="0" y="1285240"/>
                </a:lnTo>
                <a:lnTo>
                  <a:pt x="2142210" y="1285240"/>
                </a:lnTo>
                <a:lnTo>
                  <a:pt x="2142210" y="2263140"/>
                </a:lnTo>
                <a:lnTo>
                  <a:pt x="3427526" y="2263140"/>
                </a:lnTo>
                <a:lnTo>
                  <a:pt x="3427526" y="1285240"/>
                </a:lnTo>
                <a:lnTo>
                  <a:pt x="3427526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BC0E08-CBAF-6DDA-318B-68C9D641FA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38274" y="1880641"/>
            <a:ext cx="8429625" cy="1841409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text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95F9E18-A6CE-8F5C-24FA-39BBE59E8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38651" y="4645818"/>
            <a:ext cx="3702169" cy="4873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1E60E06-FFC1-28B2-9840-C2A303863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3938" y="6458114"/>
            <a:ext cx="381000" cy="1353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85AA2F-078F-1FBD-0B6E-7A9DD45613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66" userDrawn="1">
          <p15:clr>
            <a:srgbClr val="A4A3A4"/>
          </p15:clr>
        </p15:guide>
        <p15:guide id="3" pos="6216" userDrawn="1">
          <p15:clr>
            <a:srgbClr val="A4A3A4"/>
          </p15:clr>
        </p15:guide>
        <p15:guide id="4" orient="horz" pos="1176" userDrawn="1">
          <p15:clr>
            <a:srgbClr val="A4A3A4"/>
          </p15:clr>
        </p15:guide>
        <p15:guide id="5" orient="horz" pos="2346" userDrawn="1">
          <p15:clr>
            <a:srgbClr val="A4A3A4"/>
          </p15:clr>
        </p15:guide>
        <p15:guide id="6" orient="horz" pos="2922" userDrawn="1">
          <p15:clr>
            <a:srgbClr val="A4A3A4"/>
          </p15:clr>
        </p15:guide>
        <p15:guide id="7" orient="horz" pos="3236" userDrawn="1">
          <p15:clr>
            <a:srgbClr val="A4A3A4"/>
          </p15:clr>
        </p15:guide>
        <p15:guide id="8" pos="3236" userDrawn="1">
          <p15:clr>
            <a:srgbClr val="A4A3A4"/>
          </p15:clr>
        </p15:guide>
        <p15:guide id="9" pos="901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Statem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ECB38475-B39F-6E79-C385-063469C566EA}"/>
              </a:ext>
            </a:extLst>
          </p:cNvPr>
          <p:cNvSpPr/>
          <p:nvPr userDrawn="1"/>
        </p:nvSpPr>
        <p:spPr>
          <a:xfrm>
            <a:off x="564538" y="0"/>
            <a:ext cx="3427729" cy="4594860"/>
          </a:xfrm>
          <a:custGeom>
            <a:avLst/>
            <a:gdLst/>
            <a:ahLst/>
            <a:cxnLst/>
            <a:rect l="l" t="t" r="r" b="b"/>
            <a:pathLst>
              <a:path w="3427729" h="4594860">
                <a:moveTo>
                  <a:pt x="2570657" y="0"/>
                </a:moveTo>
                <a:lnTo>
                  <a:pt x="1285328" y="0"/>
                </a:lnTo>
                <a:lnTo>
                  <a:pt x="1285328" y="1166926"/>
                </a:lnTo>
                <a:lnTo>
                  <a:pt x="2570657" y="1166926"/>
                </a:lnTo>
                <a:lnTo>
                  <a:pt x="2570657" y="0"/>
                </a:lnTo>
                <a:close/>
              </a:path>
              <a:path w="3427729" h="4594860">
                <a:moveTo>
                  <a:pt x="3427526" y="3309137"/>
                </a:moveTo>
                <a:lnTo>
                  <a:pt x="3379114" y="3308591"/>
                </a:lnTo>
                <a:lnTo>
                  <a:pt x="3330956" y="3306991"/>
                </a:lnTo>
                <a:lnTo>
                  <a:pt x="3283064" y="3304311"/>
                </a:lnTo>
                <a:lnTo>
                  <a:pt x="3235464" y="3300603"/>
                </a:lnTo>
                <a:lnTo>
                  <a:pt x="3188157" y="3295853"/>
                </a:lnTo>
                <a:lnTo>
                  <a:pt x="3141141" y="3290074"/>
                </a:lnTo>
                <a:lnTo>
                  <a:pt x="3094456" y="3283280"/>
                </a:lnTo>
                <a:lnTo>
                  <a:pt x="3048101" y="3275482"/>
                </a:lnTo>
                <a:lnTo>
                  <a:pt x="3002076" y="3266706"/>
                </a:lnTo>
                <a:lnTo>
                  <a:pt x="2956407" y="3256940"/>
                </a:lnTo>
                <a:lnTo>
                  <a:pt x="2911094" y="3246209"/>
                </a:lnTo>
                <a:lnTo>
                  <a:pt x="2866161" y="3234525"/>
                </a:lnTo>
                <a:lnTo>
                  <a:pt x="2821609" y="3221888"/>
                </a:lnTo>
                <a:lnTo>
                  <a:pt x="2777452" y="3208324"/>
                </a:lnTo>
                <a:lnTo>
                  <a:pt x="2733700" y="3193834"/>
                </a:lnTo>
                <a:lnTo>
                  <a:pt x="2690380" y="3178441"/>
                </a:lnTo>
                <a:lnTo>
                  <a:pt x="2647480" y="3162147"/>
                </a:lnTo>
                <a:lnTo>
                  <a:pt x="2605024" y="3144951"/>
                </a:lnTo>
                <a:lnTo>
                  <a:pt x="2563025" y="3126892"/>
                </a:lnTo>
                <a:lnTo>
                  <a:pt x="2521496" y="3107969"/>
                </a:lnTo>
                <a:lnTo>
                  <a:pt x="2480437" y="3088195"/>
                </a:lnTo>
                <a:lnTo>
                  <a:pt x="2439860" y="3067570"/>
                </a:lnTo>
                <a:lnTo>
                  <a:pt x="2399792" y="3046120"/>
                </a:lnTo>
                <a:lnTo>
                  <a:pt x="2360231" y="3023844"/>
                </a:lnTo>
                <a:lnTo>
                  <a:pt x="2321191" y="3000768"/>
                </a:lnTo>
                <a:lnTo>
                  <a:pt x="2282685" y="2976892"/>
                </a:lnTo>
                <a:lnTo>
                  <a:pt x="2244725" y="2952229"/>
                </a:lnTo>
                <a:lnTo>
                  <a:pt x="2207323" y="2926791"/>
                </a:lnTo>
                <a:lnTo>
                  <a:pt x="2170480" y="2900603"/>
                </a:lnTo>
                <a:lnTo>
                  <a:pt x="2134235" y="2873654"/>
                </a:lnTo>
                <a:lnTo>
                  <a:pt x="2098560" y="2845968"/>
                </a:lnTo>
                <a:lnTo>
                  <a:pt x="2063496" y="2817558"/>
                </a:lnTo>
                <a:lnTo>
                  <a:pt x="2029053" y="2788424"/>
                </a:lnTo>
                <a:lnTo>
                  <a:pt x="1995220" y="2758592"/>
                </a:lnTo>
                <a:lnTo>
                  <a:pt x="1962035" y="2728061"/>
                </a:lnTo>
                <a:lnTo>
                  <a:pt x="1929498" y="2696845"/>
                </a:lnTo>
                <a:lnTo>
                  <a:pt x="1897608" y="2664968"/>
                </a:lnTo>
                <a:lnTo>
                  <a:pt x="1866404" y="2632430"/>
                </a:lnTo>
                <a:lnTo>
                  <a:pt x="1835873" y="2599232"/>
                </a:lnTo>
                <a:lnTo>
                  <a:pt x="1806041" y="2565412"/>
                </a:lnTo>
                <a:lnTo>
                  <a:pt x="1776907" y="2530957"/>
                </a:lnTo>
                <a:lnTo>
                  <a:pt x="1748497" y="2495893"/>
                </a:lnTo>
                <a:lnTo>
                  <a:pt x="1720811" y="2460231"/>
                </a:lnTo>
                <a:lnTo>
                  <a:pt x="1693862" y="2423972"/>
                </a:lnTo>
                <a:lnTo>
                  <a:pt x="1667662" y="2387142"/>
                </a:lnTo>
                <a:lnTo>
                  <a:pt x="1642224" y="2349728"/>
                </a:lnTo>
                <a:lnTo>
                  <a:pt x="1617560" y="2311768"/>
                </a:lnTo>
                <a:lnTo>
                  <a:pt x="1593697" y="2273274"/>
                </a:lnTo>
                <a:lnTo>
                  <a:pt x="1570609" y="2234234"/>
                </a:lnTo>
                <a:lnTo>
                  <a:pt x="1548345" y="2194674"/>
                </a:lnTo>
                <a:lnTo>
                  <a:pt x="1526882" y="2154593"/>
                </a:lnTo>
                <a:lnTo>
                  <a:pt x="1506270" y="2114029"/>
                </a:lnTo>
                <a:lnTo>
                  <a:pt x="1486484" y="2072970"/>
                </a:lnTo>
                <a:lnTo>
                  <a:pt x="1467561" y="2031428"/>
                </a:lnTo>
                <a:lnTo>
                  <a:pt x="1449501" y="1989429"/>
                </a:lnTo>
                <a:lnTo>
                  <a:pt x="1432318" y="1946973"/>
                </a:lnTo>
                <a:lnTo>
                  <a:pt x="1416011" y="1904085"/>
                </a:lnTo>
                <a:lnTo>
                  <a:pt x="1400619" y="1860753"/>
                </a:lnTo>
                <a:lnTo>
                  <a:pt x="1386128" y="1817001"/>
                </a:lnTo>
                <a:lnTo>
                  <a:pt x="1372565" y="1772856"/>
                </a:lnTo>
                <a:lnTo>
                  <a:pt x="1359928" y="1728304"/>
                </a:lnTo>
                <a:lnTo>
                  <a:pt x="1348244" y="1683372"/>
                </a:lnTo>
                <a:lnTo>
                  <a:pt x="1337513" y="1638058"/>
                </a:lnTo>
                <a:lnTo>
                  <a:pt x="1327746" y="1592389"/>
                </a:lnTo>
                <a:lnTo>
                  <a:pt x="1318971" y="1546364"/>
                </a:lnTo>
                <a:lnTo>
                  <a:pt x="1311173" y="1499997"/>
                </a:lnTo>
                <a:lnTo>
                  <a:pt x="1304378" y="1453311"/>
                </a:lnTo>
                <a:lnTo>
                  <a:pt x="1298613" y="1406309"/>
                </a:lnTo>
                <a:lnTo>
                  <a:pt x="1293850" y="1358988"/>
                </a:lnTo>
                <a:lnTo>
                  <a:pt x="1290142" y="1311389"/>
                </a:lnTo>
                <a:lnTo>
                  <a:pt x="1287462" y="1263497"/>
                </a:lnTo>
                <a:lnTo>
                  <a:pt x="1285862" y="1215339"/>
                </a:lnTo>
                <a:lnTo>
                  <a:pt x="1285316" y="1166926"/>
                </a:lnTo>
                <a:lnTo>
                  <a:pt x="0" y="1166926"/>
                </a:lnTo>
                <a:lnTo>
                  <a:pt x="342" y="1215301"/>
                </a:lnTo>
                <a:lnTo>
                  <a:pt x="1346" y="1263535"/>
                </a:lnTo>
                <a:lnTo>
                  <a:pt x="3022" y="1311592"/>
                </a:lnTo>
                <a:lnTo>
                  <a:pt x="5346" y="1359484"/>
                </a:lnTo>
                <a:lnTo>
                  <a:pt x="8331" y="1407198"/>
                </a:lnTo>
                <a:lnTo>
                  <a:pt x="11976" y="1454746"/>
                </a:lnTo>
                <a:lnTo>
                  <a:pt x="16256" y="1502105"/>
                </a:lnTo>
                <a:lnTo>
                  <a:pt x="21196" y="1549285"/>
                </a:lnTo>
                <a:lnTo>
                  <a:pt x="26758" y="1596275"/>
                </a:lnTo>
                <a:lnTo>
                  <a:pt x="32956" y="1643062"/>
                </a:lnTo>
                <a:lnTo>
                  <a:pt x="39789" y="1689658"/>
                </a:lnTo>
                <a:lnTo>
                  <a:pt x="47244" y="1736039"/>
                </a:lnTo>
                <a:lnTo>
                  <a:pt x="55321" y="1782229"/>
                </a:lnTo>
                <a:lnTo>
                  <a:pt x="64020" y="1828203"/>
                </a:lnTo>
                <a:lnTo>
                  <a:pt x="73329" y="1873948"/>
                </a:lnTo>
                <a:lnTo>
                  <a:pt x="83235" y="1919478"/>
                </a:lnTo>
                <a:lnTo>
                  <a:pt x="93751" y="1964791"/>
                </a:lnTo>
                <a:lnTo>
                  <a:pt x="104863" y="2009863"/>
                </a:lnTo>
                <a:lnTo>
                  <a:pt x="116573" y="2054707"/>
                </a:lnTo>
                <a:lnTo>
                  <a:pt x="128866" y="2099310"/>
                </a:lnTo>
                <a:lnTo>
                  <a:pt x="141757" y="2143671"/>
                </a:lnTo>
                <a:lnTo>
                  <a:pt x="155219" y="2187791"/>
                </a:lnTo>
                <a:lnTo>
                  <a:pt x="169252" y="2231656"/>
                </a:lnTo>
                <a:lnTo>
                  <a:pt x="183870" y="2275255"/>
                </a:lnTo>
                <a:lnTo>
                  <a:pt x="199047" y="2318601"/>
                </a:lnTo>
                <a:lnTo>
                  <a:pt x="214782" y="2361679"/>
                </a:lnTo>
                <a:lnTo>
                  <a:pt x="231089" y="2404478"/>
                </a:lnTo>
                <a:lnTo>
                  <a:pt x="247942" y="2447023"/>
                </a:lnTo>
                <a:lnTo>
                  <a:pt x="265341" y="2489276"/>
                </a:lnTo>
                <a:lnTo>
                  <a:pt x="283298" y="2531249"/>
                </a:lnTo>
                <a:lnTo>
                  <a:pt x="301790" y="2572931"/>
                </a:lnTo>
                <a:lnTo>
                  <a:pt x="320814" y="2614320"/>
                </a:lnTo>
                <a:lnTo>
                  <a:pt x="340372" y="2655417"/>
                </a:lnTo>
                <a:lnTo>
                  <a:pt x="360451" y="2696210"/>
                </a:lnTo>
                <a:lnTo>
                  <a:pt x="381063" y="2736697"/>
                </a:lnTo>
                <a:lnTo>
                  <a:pt x="402183" y="2776880"/>
                </a:lnTo>
                <a:lnTo>
                  <a:pt x="423824" y="2816745"/>
                </a:lnTo>
                <a:lnTo>
                  <a:pt x="445985" y="2856293"/>
                </a:lnTo>
                <a:lnTo>
                  <a:pt x="468630" y="2895511"/>
                </a:lnTo>
                <a:lnTo>
                  <a:pt x="491794" y="2934411"/>
                </a:lnTo>
                <a:lnTo>
                  <a:pt x="515442" y="2972968"/>
                </a:lnTo>
                <a:lnTo>
                  <a:pt x="539584" y="3011195"/>
                </a:lnTo>
                <a:lnTo>
                  <a:pt x="564222" y="3049092"/>
                </a:lnTo>
                <a:lnTo>
                  <a:pt x="589330" y="3086633"/>
                </a:lnTo>
                <a:lnTo>
                  <a:pt x="614934" y="3123819"/>
                </a:lnTo>
                <a:lnTo>
                  <a:pt x="640994" y="3160661"/>
                </a:lnTo>
                <a:lnTo>
                  <a:pt x="667537" y="3197136"/>
                </a:lnTo>
                <a:lnTo>
                  <a:pt x="694537" y="3233242"/>
                </a:lnTo>
                <a:lnTo>
                  <a:pt x="722007" y="3268992"/>
                </a:lnTo>
                <a:lnTo>
                  <a:pt x="749922" y="3304375"/>
                </a:lnTo>
                <a:lnTo>
                  <a:pt x="778294" y="3339376"/>
                </a:lnTo>
                <a:lnTo>
                  <a:pt x="807110" y="3373983"/>
                </a:lnTo>
                <a:lnTo>
                  <a:pt x="836371" y="3408222"/>
                </a:lnTo>
                <a:lnTo>
                  <a:pt x="866076" y="3442068"/>
                </a:lnTo>
                <a:lnTo>
                  <a:pt x="896213" y="3475507"/>
                </a:lnTo>
                <a:lnTo>
                  <a:pt x="926782" y="3508565"/>
                </a:lnTo>
                <a:lnTo>
                  <a:pt x="957770" y="3541204"/>
                </a:lnTo>
                <a:lnTo>
                  <a:pt x="989177" y="3573449"/>
                </a:lnTo>
                <a:lnTo>
                  <a:pt x="1021003" y="3605276"/>
                </a:lnTo>
                <a:lnTo>
                  <a:pt x="1053249" y="3636683"/>
                </a:lnTo>
                <a:lnTo>
                  <a:pt x="1085888" y="3667683"/>
                </a:lnTo>
                <a:lnTo>
                  <a:pt x="1118946" y="3698240"/>
                </a:lnTo>
                <a:lnTo>
                  <a:pt x="1152385" y="3728377"/>
                </a:lnTo>
                <a:lnTo>
                  <a:pt x="1186230" y="3758082"/>
                </a:lnTo>
                <a:lnTo>
                  <a:pt x="1220470" y="3787343"/>
                </a:lnTo>
                <a:lnTo>
                  <a:pt x="1255090" y="3816159"/>
                </a:lnTo>
                <a:lnTo>
                  <a:pt x="1290078" y="3844531"/>
                </a:lnTo>
                <a:lnTo>
                  <a:pt x="1325460" y="3872458"/>
                </a:lnTo>
                <a:lnTo>
                  <a:pt x="1361211" y="3899916"/>
                </a:lnTo>
                <a:lnTo>
                  <a:pt x="1397317" y="3926916"/>
                </a:lnTo>
                <a:lnTo>
                  <a:pt x="1433804" y="3953459"/>
                </a:lnTo>
                <a:lnTo>
                  <a:pt x="1470634" y="3979519"/>
                </a:lnTo>
                <a:lnTo>
                  <a:pt x="1507832" y="4005122"/>
                </a:lnTo>
                <a:lnTo>
                  <a:pt x="1545374" y="4030230"/>
                </a:lnTo>
                <a:lnTo>
                  <a:pt x="1583258" y="4054868"/>
                </a:lnTo>
                <a:lnTo>
                  <a:pt x="1621485" y="4079011"/>
                </a:lnTo>
                <a:lnTo>
                  <a:pt x="1660042" y="4102658"/>
                </a:lnTo>
                <a:lnTo>
                  <a:pt x="1698942" y="4125823"/>
                </a:lnTo>
                <a:lnTo>
                  <a:pt x="1738160" y="4148480"/>
                </a:lnTo>
                <a:lnTo>
                  <a:pt x="1777707" y="4170629"/>
                </a:lnTo>
                <a:lnTo>
                  <a:pt x="1817573" y="4192270"/>
                </a:lnTo>
                <a:lnTo>
                  <a:pt x="1857756" y="4213390"/>
                </a:lnTo>
                <a:lnTo>
                  <a:pt x="1898243" y="4234002"/>
                </a:lnTo>
                <a:lnTo>
                  <a:pt x="1939036" y="4254081"/>
                </a:lnTo>
                <a:lnTo>
                  <a:pt x="1980133" y="4273639"/>
                </a:lnTo>
                <a:lnTo>
                  <a:pt x="2021522" y="4292676"/>
                </a:lnTo>
                <a:lnTo>
                  <a:pt x="2063203" y="4311154"/>
                </a:lnTo>
                <a:lnTo>
                  <a:pt x="2105177" y="4329112"/>
                </a:lnTo>
                <a:lnTo>
                  <a:pt x="2147443" y="4346511"/>
                </a:lnTo>
                <a:lnTo>
                  <a:pt x="2189975" y="4363364"/>
                </a:lnTo>
                <a:lnTo>
                  <a:pt x="2232774" y="4379671"/>
                </a:lnTo>
                <a:lnTo>
                  <a:pt x="2275852" y="4395406"/>
                </a:lnTo>
                <a:lnTo>
                  <a:pt x="2319197" y="4410583"/>
                </a:lnTo>
                <a:lnTo>
                  <a:pt x="2362809" y="4425200"/>
                </a:lnTo>
                <a:lnTo>
                  <a:pt x="2406662" y="4439234"/>
                </a:lnTo>
                <a:lnTo>
                  <a:pt x="2450782" y="4452696"/>
                </a:lnTo>
                <a:lnTo>
                  <a:pt x="2495143" y="4465586"/>
                </a:lnTo>
                <a:lnTo>
                  <a:pt x="2539746" y="4477880"/>
                </a:lnTo>
                <a:lnTo>
                  <a:pt x="2584589" y="4489589"/>
                </a:lnTo>
                <a:lnTo>
                  <a:pt x="2629662" y="4500702"/>
                </a:lnTo>
                <a:lnTo>
                  <a:pt x="2674975" y="4511218"/>
                </a:lnTo>
                <a:lnTo>
                  <a:pt x="2720505" y="4521136"/>
                </a:lnTo>
                <a:lnTo>
                  <a:pt x="2766263" y="4530433"/>
                </a:lnTo>
                <a:lnTo>
                  <a:pt x="2812224" y="4539132"/>
                </a:lnTo>
                <a:lnTo>
                  <a:pt x="2858414" y="4547209"/>
                </a:lnTo>
                <a:lnTo>
                  <a:pt x="2904794" y="4554664"/>
                </a:lnTo>
                <a:lnTo>
                  <a:pt x="2951391" y="4561497"/>
                </a:lnTo>
                <a:lnTo>
                  <a:pt x="2998190" y="4567694"/>
                </a:lnTo>
                <a:lnTo>
                  <a:pt x="3045168" y="4573270"/>
                </a:lnTo>
                <a:lnTo>
                  <a:pt x="3092348" y="4578197"/>
                </a:lnTo>
                <a:lnTo>
                  <a:pt x="3139706" y="4582477"/>
                </a:lnTo>
                <a:lnTo>
                  <a:pt x="3187255" y="4586122"/>
                </a:lnTo>
                <a:lnTo>
                  <a:pt x="3234969" y="4589107"/>
                </a:lnTo>
                <a:lnTo>
                  <a:pt x="3282861" y="4591443"/>
                </a:lnTo>
                <a:lnTo>
                  <a:pt x="3330930" y="4593107"/>
                </a:lnTo>
                <a:lnTo>
                  <a:pt x="3379152" y="4594110"/>
                </a:lnTo>
                <a:lnTo>
                  <a:pt x="3427526" y="4594453"/>
                </a:lnTo>
                <a:lnTo>
                  <a:pt x="3427526" y="330913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C3AF563-CF91-A257-3686-F3DAC69B0226}"/>
              </a:ext>
            </a:extLst>
          </p:cNvPr>
          <p:cNvSpPr/>
          <p:nvPr userDrawn="1"/>
        </p:nvSpPr>
        <p:spPr>
          <a:xfrm>
            <a:off x="3995011" y="4645411"/>
            <a:ext cx="3427729" cy="2263140"/>
          </a:xfrm>
          <a:custGeom>
            <a:avLst/>
            <a:gdLst/>
            <a:ahLst/>
            <a:cxnLst/>
            <a:rect l="l" t="t" r="r" b="b"/>
            <a:pathLst>
              <a:path w="3427729" h="2263140">
                <a:moveTo>
                  <a:pt x="3427526" y="0"/>
                </a:moveTo>
                <a:lnTo>
                  <a:pt x="0" y="0"/>
                </a:lnTo>
                <a:lnTo>
                  <a:pt x="0" y="1285240"/>
                </a:lnTo>
                <a:lnTo>
                  <a:pt x="2142210" y="1285240"/>
                </a:lnTo>
                <a:lnTo>
                  <a:pt x="2142210" y="2263140"/>
                </a:lnTo>
                <a:lnTo>
                  <a:pt x="3427526" y="2263140"/>
                </a:lnTo>
                <a:lnTo>
                  <a:pt x="3427526" y="1285240"/>
                </a:lnTo>
                <a:lnTo>
                  <a:pt x="3427526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D5595C-EFB8-CE8F-4DF7-10C0BA6606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2275" y="1878115"/>
            <a:ext cx="6759872" cy="1841409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D9471A7-C92A-494C-311F-BE6E7236C9C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32275" y="3910626"/>
            <a:ext cx="2574120" cy="4873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6F9D7D-F57F-6B53-E1C1-A3C01B0225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38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0" userDrawn="1">
          <p15:clr>
            <a:srgbClr val="A4A3A4"/>
          </p15:clr>
        </p15:guide>
        <p15:guide id="2" orient="horz" pos="1178" userDrawn="1">
          <p15:clr>
            <a:srgbClr val="A4A3A4"/>
          </p15:clr>
        </p15:guide>
        <p15:guide id="3" pos="6922" userDrawn="1">
          <p15:clr>
            <a:srgbClr val="A4A3A4"/>
          </p15:clr>
        </p15:guide>
        <p15:guide id="4" orient="horz" pos="2341" userDrawn="1">
          <p15:clr>
            <a:srgbClr val="A4A3A4"/>
          </p15:clr>
        </p15:guide>
        <p15:guide id="5" orient="horz" pos="2456" userDrawn="1">
          <p15:clr>
            <a:srgbClr val="A4A3A4"/>
          </p15:clr>
        </p15:guide>
        <p15:guide id="6" orient="horz" pos="2770" userDrawn="1">
          <p15:clr>
            <a:srgbClr val="A4A3A4"/>
          </p15:clr>
        </p15:guide>
        <p15:guide id="7" pos="4289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BFBCD6C-1DC1-38B0-E073-C1E0E2576F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94783B8-6AF2-4E06-D32A-C65B54711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</p:spTree>
    <p:extLst>
      <p:ext uri="{BB962C8B-B14F-4D97-AF65-F5344CB8AC3E}">
        <p14:creationId xmlns:p14="http://schemas.microsoft.com/office/powerpoint/2010/main" val="1299937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AC3E9A-59DC-4589-8C75-5A49AB5316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2F718-DA4E-DF7F-6F61-F9E97EF4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08000"/>
            <a:ext cx="11159184" cy="96361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D8E74C-B825-28F4-514C-8BA7693D12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C38FCA-4EB2-2E3D-A206-15787B742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18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7D85867-D0BC-7303-9F80-9F59D2CC9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6878"/>
            <a:ext cx="11159184" cy="954735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C5A360-17EC-32B3-C5DB-D59024FF8B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D1672-12C9-2A9F-AE6D-4020524197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017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0" userDrawn="1">
          <p15:clr>
            <a:srgbClr val="A4A3A4"/>
          </p15:clr>
        </p15:guide>
        <p15:guide id="5" pos="3600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orient="horz" pos="927" userDrawn="1">
          <p15:clr>
            <a:srgbClr val="A4A3A4"/>
          </p15:clr>
        </p15:guide>
        <p15:guide id="8" orient="horz" pos="1073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-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C5A360-17EC-32B3-C5DB-D59024FF8B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D1672-12C9-2A9F-AE6D-4020524197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3E589A-1D63-1929-AFF4-799FC896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0B84CA-7574-2DD0-6090-C08FAB341B8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473093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0" userDrawn="1">
          <p15:clr>
            <a:srgbClr val="A4A3A4"/>
          </p15:clr>
        </p15:guide>
        <p15:guide id="5" pos="3600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orient="horz" pos="927" userDrawn="1">
          <p15:clr>
            <a:srgbClr val="A4A3A4"/>
          </p15:clr>
        </p15:guide>
        <p15:guide id="8" orient="horz" pos="1073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(For less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6DCB57-778B-BE3C-8217-F5C75C4B36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B5DE18-4E1C-8503-96A2-0E381D77D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5D2F5-85A4-91C7-D899-F599AD4322F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818" y="2448732"/>
            <a:ext cx="5189245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4001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2" pos="4080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1183" userDrawn="1">
          <p15:clr>
            <a:srgbClr val="A4A3A4"/>
          </p15:clr>
        </p15:guide>
        <p15:guide id="5" orient="horz" pos="1539" userDrawn="1">
          <p15:clr>
            <a:srgbClr val="A4A3A4"/>
          </p15:clr>
        </p15:guide>
        <p15:guide id="6" orient="horz" pos="3692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(For less content)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6DCB57-778B-BE3C-8217-F5C75C4B36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5D2F5-85A4-91C7-D899-F599AD4322F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818" y="2448732"/>
            <a:ext cx="5189245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93036DC8-C2CA-BFB8-5AEF-90E85F39A8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C47E6D-FBE8-3AF7-AE33-6CEE3DE065C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120555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2" pos="4080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1183" userDrawn="1">
          <p15:clr>
            <a:srgbClr val="A4A3A4"/>
          </p15:clr>
        </p15:guide>
        <p15:guide id="5" orient="horz" pos="1539" userDrawn="1">
          <p15:clr>
            <a:srgbClr val="A4A3A4"/>
          </p15:clr>
        </p15:guide>
        <p15:guide id="6" orient="horz" pos="3692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EB0E77-E4AE-48FA-F8A9-5EFCD335ED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3AE829-B643-F0C2-854A-1C7E695E810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F3F8347-0FAA-5283-D83F-FF86C954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561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pos="4080" userDrawn="1">
          <p15:clr>
            <a:srgbClr val="A4A3A4"/>
          </p15:clr>
        </p15:guide>
        <p15:guide id="8" pos="3600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attern -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EB0E77-E4AE-48FA-F8A9-5EFCD335ED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3AE829-B643-F0C2-854A-1C7E695E810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832F59-F091-C855-93E5-A8E52E12E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C262EE-AF4D-C820-EFA4-ED11E808E9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405634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pos="4080" userDrawn="1">
          <p15:clr>
            <a:srgbClr val="A4A3A4"/>
          </p15:clr>
        </p15:guide>
        <p15:guide id="8" pos="3600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attern(For less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E3FE5B-3E44-57F9-E0F4-4C85B12432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DB458B1-9279-019E-F403-8152E1AAE6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FF78F7-8AED-C067-4B83-167B34D5806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254" y="2448732"/>
            <a:ext cx="5189810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8769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2" pos="4080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1183" userDrawn="1">
          <p15:clr>
            <a:srgbClr val="A4A3A4"/>
          </p15:clr>
        </p15:guide>
        <p15:guide id="5" orient="horz" pos="1539" userDrawn="1">
          <p15:clr>
            <a:srgbClr val="A4A3A4"/>
          </p15:clr>
        </p15:guide>
        <p15:guide id="6" orient="horz" pos="3692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attern(For less content)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E3FE5B-3E44-57F9-E0F4-4C85B12432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FF78F7-8AED-C067-4B83-167B34D5806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254" y="2448732"/>
            <a:ext cx="5189810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4384E00-976F-FFDD-ADFB-B17E7F3212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ADAFF-C38B-4155-E93B-590CEFA24C2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1966183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2" pos="4080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1183" userDrawn="1">
          <p15:clr>
            <a:srgbClr val="A4A3A4"/>
          </p15:clr>
        </p15:guide>
        <p15:guide id="5" orient="horz" pos="1539" userDrawn="1">
          <p15:clr>
            <a:srgbClr val="A4A3A4"/>
          </p15:clr>
        </p15:guide>
        <p15:guide id="6" orient="horz" pos="3692" userDrawn="1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Left Copy &amp; Wide Copy/Tab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3340-E541-11D7-8CED-0DC9C90D95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16313" y="1711701"/>
            <a:ext cx="3712787" cy="4460499"/>
          </a:xfrm>
          <a:prstGeom prst="rect">
            <a:avLst/>
          </a:prstGeom>
        </p:spPr>
        <p:txBody>
          <a:bodyPr lIns="0" rIns="0"/>
          <a:lstStyle>
            <a:lvl1pPr marL="228600" indent="-228600">
              <a:defRPr>
                <a:latin typeface="Arial" panose="020B0604020202020204" pitchFamily="34" charset="0"/>
              </a:defRPr>
            </a:lvl1pPr>
            <a:lvl2pPr marL="449263" indent="-220663">
              <a:lnSpc>
                <a:spcPct val="100000"/>
              </a:lnSpc>
              <a:spcAft>
                <a:spcPts val="600"/>
              </a:spcAft>
              <a:defRPr>
                <a:latin typeface="Arial" panose="020B0604020202020204" pitchFamily="34" charset="0"/>
              </a:defRPr>
            </a:lvl2pPr>
            <a:lvl3pPr marL="1143000" indent="-2286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tabLst/>
              <a:defRPr sz="1400">
                <a:latin typeface="Arial" panose="020B0604020202020204" pitchFamily="34" charset="0"/>
              </a:defRPr>
            </a:lvl3pPr>
            <a:lvl4pPr marL="1704975" indent="-2190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>
                <a:latin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2057400" algn="l"/>
              </a:tabLst>
              <a:defRPr sz="1200"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12675D-72DC-1CA4-46D2-67C2A3BAAA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54901" y="1710343"/>
            <a:ext cx="7221162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3F20F3-3A35-E754-233E-FAE9DB57C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</p:spTree>
    <p:extLst>
      <p:ext uri="{BB962C8B-B14F-4D97-AF65-F5344CB8AC3E}">
        <p14:creationId xmlns:p14="http://schemas.microsoft.com/office/powerpoint/2010/main" val="1331293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pos="2664" userDrawn="1">
          <p15:clr>
            <a:srgbClr val="A4A3A4"/>
          </p15:clr>
        </p15:guide>
        <p15:guide id="8" pos="2801" userDrawn="1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Left Copy &amp; Wide Copy/Tabl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1AD84B9-A009-7F50-5AD3-4B13AF9AB18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ED3EDA8-4846-DF46-720F-BAE28EEADFB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17525" y="1714500"/>
            <a:ext cx="3711575" cy="4457700"/>
          </a:xfrm>
          <a:prstGeom prst="rect">
            <a:avLst/>
          </a:prstGeom>
        </p:spPr>
        <p:txBody>
          <a:bodyPr lIns="0"/>
          <a:lstStyle>
            <a:lvl1pPr marL="228600" indent="-228600">
              <a:defRPr>
                <a:latin typeface="Arial" panose="020B0604020202020204" pitchFamily="34" charset="0"/>
              </a:defRPr>
            </a:lvl1pPr>
            <a:lvl2pPr marL="449263" indent="-220663">
              <a:lnSpc>
                <a:spcPct val="100000"/>
              </a:lnSpc>
              <a:spcAft>
                <a:spcPts val="600"/>
              </a:spcAft>
              <a:defRPr>
                <a:latin typeface="Arial" panose="020B0604020202020204" pitchFamily="34" charset="0"/>
              </a:defRPr>
            </a:lvl2pPr>
            <a:lvl3pPr marL="1143000" indent="-2286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tabLst/>
              <a:defRPr sz="1400">
                <a:latin typeface="Arial" panose="020B0604020202020204" pitchFamily="34" charset="0"/>
              </a:defRPr>
            </a:lvl3pPr>
            <a:lvl4pPr marL="1704975" indent="-2190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>
                <a:latin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2057400" algn="l"/>
              </a:tabLst>
              <a:defRPr sz="1200"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3511FA-2E94-F3C0-F73E-559A380A7D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56113" y="1714500"/>
            <a:ext cx="7219950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1B900B4-A8D6-230E-5381-DBB2D9751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6878"/>
            <a:ext cx="11159184" cy="954735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05152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pos="2664" userDrawn="1">
          <p15:clr>
            <a:srgbClr val="A4A3A4"/>
          </p15:clr>
        </p15:guide>
        <p15:guide id="8" pos="2801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Left Copy &amp; Wide Copy/Table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2B6-4128-EE06-BDBF-126E6EA9B702}"/>
              </a:ext>
            </a:extLst>
          </p:cNvPr>
          <p:cNvSpPr/>
          <p:nvPr userDrawn="1"/>
        </p:nvSpPr>
        <p:spPr>
          <a:xfrm>
            <a:off x="4447337" y="508000"/>
            <a:ext cx="7228726" cy="56642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A2CEA8-F87D-3978-D02B-0AF3CB45A52F}"/>
              </a:ext>
            </a:extLst>
          </p:cNvPr>
          <p:cNvCxnSpPr>
            <a:cxnSpLocks/>
          </p:cNvCxnSpPr>
          <p:nvPr userDrawn="1"/>
        </p:nvCxnSpPr>
        <p:spPr>
          <a:xfrm>
            <a:off x="4438276" y="738743"/>
            <a:ext cx="72295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4455C9-53AC-2DFE-4121-90C994864D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5466" y="718709"/>
            <a:ext cx="7216285" cy="523323"/>
          </a:xfrm>
          <a:prstGeom prst="rect">
            <a:avLst/>
          </a:prstGeom>
        </p:spPr>
        <p:txBody>
          <a:bodyPr lIns="108000" tIns="108000" rIns="108000" bIns="108000"/>
          <a:lstStyle>
            <a:lvl1pPr marL="0" indent="0">
              <a:lnSpc>
                <a:spcPct val="100000"/>
              </a:lnSpc>
              <a:buNone/>
              <a:defRPr sz="1600" b="1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33B9BA-31EE-4071-101B-B812C759FE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728839" y="1471613"/>
            <a:ext cx="6639449" cy="458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>
                <a:latin typeface="Arial" panose="020B0604020202020204" pitchFamily="34" charset="0"/>
              </a:defRPr>
            </a:lvl2pPr>
            <a:lvl3pPr marL="1162050" indent="-266700" defTabSz="10763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latin typeface="Arial" panose="020B0604020202020204" pitchFamily="34" charset="0"/>
              </a:defRPr>
            </a:lvl3pPr>
            <a:lvl4pPr marL="170497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400"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5FA8-4180-48BC-C550-7767FCF0A07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37122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6F874B1-1437-EDB6-8D93-993878DCEC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6878"/>
            <a:ext cx="3708892" cy="954735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27900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48" userDrawn="1">
          <p15:clr>
            <a:srgbClr val="A4A3A4"/>
          </p15:clr>
        </p15:guide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pos="2664" userDrawn="1">
          <p15:clr>
            <a:srgbClr val="A4A3A4"/>
          </p15:clr>
        </p15:guide>
        <p15:guide id="8" pos="2801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Bold (NEW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ECAAC1-38FF-1ADF-5337-7C481CDEA8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239CD87-4836-A99E-EC16-3A9ED0E77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51E5-0FDA-F9F3-B7F5-C281ACB0C73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411267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Content Bold (NEW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ECAAC1-38FF-1ADF-5337-7C481CDEA8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12E985D-02DE-99C3-2855-C711FE9FE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C73CB-83F5-1BAC-EDF2-495AC51CAA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E6EA61-2C16-0699-654E-57E6CE274C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44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Bold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1FD1496-8DB7-EABA-29DB-7D9C19486C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32D77-FBBF-CC20-8B21-702819D1D3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11159186" cy="3413126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3180C9-9990-5A66-3F1E-A197FC0DB94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1439816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orient="horz" pos="1186" userDrawn="1">
          <p15:clr>
            <a:srgbClr val="A4A3A4"/>
          </p15:clr>
        </p15:guide>
        <p15:guide id="3" orient="horz" pos="1539" userDrawn="1">
          <p15:clr>
            <a:srgbClr val="A4A3A4"/>
          </p15:clr>
        </p15:guide>
        <p15:guide id="4" orient="horz" pos="3696" userDrawn="1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Bold (NEW)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03F5333-ACEB-C22D-9744-5582E85908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B53EFE-CB82-EDA3-F7CF-F8D3C4F122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208D01-8B53-69B0-3E97-73405EDAC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226721-EED9-8EDE-D028-74522F4C8F1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326147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  <p15:guide id="5" orient="horz" pos="1073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 Title Content Bold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D95BA0C-3BDB-A83E-FE8A-C3F0243A534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BB1517-A952-5093-127D-AA2788B90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F2F6FA-224D-571E-5485-C7BD3606980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5F6C3F-25A7-D4A4-F28C-EB476F4F2C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11159186" cy="3413126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2939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orient="horz" pos="1183" userDrawn="1">
          <p15:clr>
            <a:srgbClr val="A4A3A4"/>
          </p15:clr>
        </p15:guide>
        <p15:guide id="3" orient="horz" pos="1539" userDrawn="1">
          <p15:clr>
            <a:srgbClr val="A4A3A4"/>
          </p15:clr>
        </p15:guide>
        <p15:guide id="4" orient="horz" pos="3696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FEB50C-F4BC-ECC5-D50A-FBC0B28F00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D4E4EC-1DA1-01C9-18B4-6C3459489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44619F9-04C7-ECD4-DAA7-5D0D2D66ACA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63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4" orient="horz" pos="927" userDrawn="1">
          <p15:clr>
            <a:srgbClr val="A4A3A4"/>
          </p15:clr>
        </p15:guide>
        <p15:guide id="5" orient="horz" pos="1075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Image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145EAC3-C7C7-A9DB-D550-B6F3AFA19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0847C85-6AF4-B3E8-DF06-BAF3D6F91D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3166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2" orient="horz" pos="576" userDrawn="1">
          <p15:clr>
            <a:srgbClr val="A4A3A4"/>
          </p15:clr>
        </p15:guide>
        <p15:guide id="3" orient="horz" pos="1183" userDrawn="1">
          <p15:clr>
            <a:srgbClr val="A4A3A4"/>
          </p15:clr>
        </p15:guide>
        <p15:guide id="4" orient="horz" pos="1539" userDrawn="1">
          <p15:clr>
            <a:srgbClr val="A4A3A4"/>
          </p15:clr>
        </p15:guide>
        <p15:guide id="5" orient="horz" pos="3696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Image + 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6D346-7ED4-DF99-0350-1E3AC16B54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2C6A-6E5D-D916-6052-4A96691F5F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282AE77-F8EA-6BAF-DFDC-ABC1EEED97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5313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3977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80" userDrawn="1">
          <p15:clr>
            <a:srgbClr val="A4A3A4"/>
          </p15:clr>
        </p15:guide>
        <p15:guide id="4" orient="horz" pos="927" userDrawn="1">
          <p15:clr>
            <a:srgbClr val="A4A3A4"/>
          </p15:clr>
        </p15:guide>
        <p15:guide id="5" orient="horz" pos="1075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Image + Copy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6D346-7ED4-DF99-0350-1E3AC16B54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BEB8-F4E3-E577-A759-D4510BFB17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5878" y="2454274"/>
            <a:ext cx="5190185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56CF0FC-25ED-2D83-0CFC-150FEEBC1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5878" y="925253"/>
            <a:ext cx="5190185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94347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orient="horz" pos="3692" userDrawn="1">
          <p15:clr>
            <a:srgbClr val="A4A3A4"/>
          </p15:clr>
        </p15:guide>
        <p15:guide id="3" orient="horz" pos="1539" userDrawn="1">
          <p15:clr>
            <a:srgbClr val="A4A3A4"/>
          </p15:clr>
        </p15:guide>
        <p15:guide id="4" orient="horz" pos="1183" userDrawn="1">
          <p15:clr>
            <a:srgbClr val="A4A3A4"/>
          </p15:clr>
        </p15:guide>
        <p15:guide id="5" pos="4080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Imag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32A779-9792-F87E-651E-62B386EF18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4416158" cy="467443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 userDrawn="1"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6DB8F9-0865-A01A-6AEA-C7380DF129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490F013-040C-AC84-D5DE-E572F707D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1249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27" userDrawn="1">
          <p15:clr>
            <a:srgbClr val="A4A3A4"/>
          </p15:clr>
        </p15:guide>
        <p15:guide id="3" orient="horz" pos="1075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  <p15:guide id="5" pos="3600" userDrawn="1">
          <p15:clr>
            <a:srgbClr val="A4A3A4"/>
          </p15:clr>
        </p15:guide>
        <p15:guide id="7" pos="4208" userDrawn="1">
          <p15:clr>
            <a:srgbClr val="C35EA4"/>
          </p15:clr>
        </p15:guide>
        <p15:guide id="8" pos="6994" userDrawn="1">
          <p15:clr>
            <a:srgbClr val="C35EA4"/>
          </p15:clr>
        </p15:guide>
        <p15:guide id="9" orient="horz" pos="680" userDrawn="1">
          <p15:clr>
            <a:srgbClr val="C35EA4"/>
          </p15:clr>
        </p15:guide>
        <p15:guide id="10" orient="horz" pos="3632" userDrawn="1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Image Frame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32A779-9792-F87E-651E-62B386EF18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4416158" cy="467443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 userDrawn="1"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46E39-3525-A735-000A-7F1C40CA58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8848DAC-EE16-75C3-83DE-2D901AE987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17224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orient="horz" pos="1183" userDrawn="1">
          <p15:clr>
            <a:srgbClr val="A4A3A4"/>
          </p15:clr>
        </p15:guide>
        <p15:guide id="3" orient="horz" pos="1539" userDrawn="1">
          <p15:clr>
            <a:srgbClr val="A4A3A4"/>
          </p15:clr>
        </p15:guide>
        <p15:guide id="4" orient="horz" pos="3692" userDrawn="1">
          <p15:clr>
            <a:srgbClr val="A4A3A4"/>
          </p15:clr>
        </p15:guide>
        <p15:guide id="5" pos="3600" userDrawn="1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2 Imag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 userDrawn="1"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0432AA8-2108-D5C6-AAEA-9E4A5407A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3705451" cy="247030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48706939-BA8A-2F9D-2EAE-A805C5F5B0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48516" y="3306406"/>
            <a:ext cx="3654459" cy="24586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C20548-8643-8B81-E6E0-6C95D38084D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BCC334B-4020-8BB1-4055-83A9A0C301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3942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27" userDrawn="1">
          <p15:clr>
            <a:srgbClr val="A4A3A4"/>
          </p15:clr>
        </p15:guide>
        <p15:guide id="3" orient="horz" pos="1075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  <p15:guide id="5" pos="3600" userDrawn="1">
          <p15:clr>
            <a:srgbClr val="A4A3A4"/>
          </p15:clr>
        </p15:guide>
        <p15:guide id="7" pos="4208" userDrawn="1">
          <p15:clr>
            <a:srgbClr val="C35EA4"/>
          </p15:clr>
        </p15:guide>
        <p15:guide id="8" pos="6994" userDrawn="1">
          <p15:clr>
            <a:srgbClr val="C35EA4"/>
          </p15:clr>
        </p15:guide>
        <p15:guide id="9" orient="horz" pos="682" userDrawn="1">
          <p15:clr>
            <a:srgbClr val="C35EA4"/>
          </p15:clr>
        </p15:guide>
        <p15:guide id="10" orient="horz" pos="3632" userDrawn="1">
          <p15:clr>
            <a:srgbClr val="C35E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2 Image Frame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32A779-9792-F87E-651E-62B386EF18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3705451" cy="247030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 userDrawn="1"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B326-6B5C-5D93-EC90-70580DF62E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F370DDE-5B5F-EDE4-07D2-72822368F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226AA779-48BD-85FA-5C1D-BF407B659A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48516" y="3306406"/>
            <a:ext cx="3654459" cy="24586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907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2" orient="horz" pos="576" userDrawn="1">
          <p15:clr>
            <a:srgbClr val="A4A3A4"/>
          </p15:clr>
        </p15:guide>
        <p15:guide id="3" orient="horz" pos="1183" userDrawn="1">
          <p15:clr>
            <a:srgbClr val="A4A3A4"/>
          </p15:clr>
        </p15:guide>
        <p15:guide id="4" orient="horz" pos="1539" userDrawn="1">
          <p15:clr>
            <a:srgbClr val="A4A3A4"/>
          </p15:clr>
        </p15:guide>
        <p15:guide id="5" orient="horz" pos="3692" userDrawn="1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Multiple Image Fra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A8D56AB-8007-B4EF-2020-2D35E9BA7F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1357" y="3786280"/>
            <a:ext cx="3133725" cy="3071720"/>
          </a:xfrm>
          <a:custGeom>
            <a:avLst/>
            <a:gdLst>
              <a:gd name="connsiteX0" fmla="*/ 0 w 3133725"/>
              <a:gd name="connsiteY0" fmla="*/ 0 h 3071720"/>
              <a:gd name="connsiteX1" fmla="*/ 1175183 w 3133725"/>
              <a:gd name="connsiteY1" fmla="*/ 0 h 3071720"/>
              <a:gd name="connsiteX2" fmla="*/ 3133725 w 3133725"/>
              <a:gd name="connsiteY2" fmla="*/ 0 h 3071720"/>
              <a:gd name="connsiteX3" fmla="*/ 3133725 w 3133725"/>
              <a:gd name="connsiteY3" fmla="*/ 1175126 h 3071720"/>
              <a:gd name="connsiteX4" fmla="*/ 1175183 w 3133725"/>
              <a:gd name="connsiteY4" fmla="*/ 1175126 h 3071720"/>
              <a:gd name="connsiteX5" fmla="*/ 1175183 w 3133725"/>
              <a:gd name="connsiteY5" fmla="*/ 3071720 h 3071720"/>
              <a:gd name="connsiteX6" fmla="*/ 0 w 3133725"/>
              <a:gd name="connsiteY6" fmla="*/ 3071720 h 3071720"/>
              <a:gd name="connsiteX7" fmla="*/ 0 w 3133725"/>
              <a:gd name="connsiteY7" fmla="*/ 1175126 h 307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0">
                <a:moveTo>
                  <a:pt x="0" y="0"/>
                </a:moveTo>
                <a:lnTo>
                  <a:pt x="1175183" y="0"/>
                </a:lnTo>
                <a:lnTo>
                  <a:pt x="3133725" y="0"/>
                </a:lnTo>
                <a:lnTo>
                  <a:pt x="3133725" y="1175126"/>
                </a:lnTo>
                <a:lnTo>
                  <a:pt x="1175183" y="1175126"/>
                </a:lnTo>
                <a:lnTo>
                  <a:pt x="1175183" y="3071720"/>
                </a:lnTo>
                <a:lnTo>
                  <a:pt x="0" y="3071720"/>
                </a:lnTo>
                <a:lnTo>
                  <a:pt x="0" y="117512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AA1E2FC-147E-0BC2-3CD2-1FE2B8231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5081" y="3052154"/>
            <a:ext cx="3096420" cy="3096419"/>
          </a:xfrm>
          <a:custGeom>
            <a:avLst/>
            <a:gdLst>
              <a:gd name="connsiteX0" fmla="*/ 1935284 w 3096420"/>
              <a:gd name="connsiteY0" fmla="*/ 0 h 3096419"/>
              <a:gd name="connsiteX1" fmla="*/ 3096420 w 3096420"/>
              <a:gd name="connsiteY1" fmla="*/ 0 h 3096419"/>
              <a:gd name="connsiteX2" fmla="*/ 0 w 3096420"/>
              <a:gd name="connsiteY2" fmla="*/ 3096419 h 3096419"/>
              <a:gd name="connsiteX3" fmla="*/ 0 w 3096420"/>
              <a:gd name="connsiteY3" fmla="*/ 1935283 h 3096419"/>
              <a:gd name="connsiteX4" fmla="*/ 1935227 w 3096420"/>
              <a:gd name="connsiteY4" fmla="*/ 57 h 309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420" h="3096419">
                <a:moveTo>
                  <a:pt x="1935284" y="0"/>
                </a:moveTo>
                <a:lnTo>
                  <a:pt x="3096420" y="0"/>
                </a:lnTo>
                <a:cubicBezTo>
                  <a:pt x="3096420" y="1707328"/>
                  <a:pt x="1707386" y="3096419"/>
                  <a:pt x="0" y="3096419"/>
                </a:cubicBezTo>
                <a:lnTo>
                  <a:pt x="0" y="1935283"/>
                </a:lnTo>
                <a:cubicBezTo>
                  <a:pt x="1067095" y="1935283"/>
                  <a:pt x="1935227" y="1067151"/>
                  <a:pt x="1935227" y="5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C07BABD-2976-48B5-600E-0F35279AD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49674" y="0"/>
            <a:ext cx="3133725" cy="3060146"/>
          </a:xfrm>
          <a:custGeom>
            <a:avLst/>
            <a:gdLst>
              <a:gd name="connsiteX0" fmla="*/ 0 w 3133725"/>
              <a:gd name="connsiteY0" fmla="*/ 0 h 3071721"/>
              <a:gd name="connsiteX1" fmla="*/ 1175126 w 3133725"/>
              <a:gd name="connsiteY1" fmla="*/ 0 h 3071721"/>
              <a:gd name="connsiteX2" fmla="*/ 1175126 w 3133725"/>
              <a:gd name="connsiteY2" fmla="*/ 1896538 h 3071721"/>
              <a:gd name="connsiteX3" fmla="*/ 3133725 w 3133725"/>
              <a:gd name="connsiteY3" fmla="*/ 1896538 h 3071721"/>
              <a:gd name="connsiteX4" fmla="*/ 3133725 w 3133725"/>
              <a:gd name="connsiteY4" fmla="*/ 3071721 h 3071721"/>
              <a:gd name="connsiteX5" fmla="*/ 1175126 w 3133725"/>
              <a:gd name="connsiteY5" fmla="*/ 3071721 h 3071721"/>
              <a:gd name="connsiteX6" fmla="*/ 0 w 3133725"/>
              <a:gd name="connsiteY6" fmla="*/ 3071721 h 3071721"/>
              <a:gd name="connsiteX7" fmla="*/ 0 w 3133725"/>
              <a:gd name="connsiteY7" fmla="*/ 1896538 h 307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1">
                <a:moveTo>
                  <a:pt x="0" y="0"/>
                </a:moveTo>
                <a:lnTo>
                  <a:pt x="1175126" y="0"/>
                </a:lnTo>
                <a:lnTo>
                  <a:pt x="1175126" y="1896538"/>
                </a:lnTo>
                <a:lnTo>
                  <a:pt x="3133725" y="1896538"/>
                </a:lnTo>
                <a:lnTo>
                  <a:pt x="3133725" y="3071721"/>
                </a:lnTo>
                <a:lnTo>
                  <a:pt x="1175126" y="3071721"/>
                </a:lnTo>
                <a:lnTo>
                  <a:pt x="0" y="3071721"/>
                </a:lnTo>
                <a:lnTo>
                  <a:pt x="0" y="189653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74A858-F19B-E448-7651-BE011835CC8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638665" y="3435375"/>
            <a:ext cx="3037398" cy="2514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899AE-EB9C-E65E-744B-0EF02AC0D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481138"/>
            <a:ext cx="5207000" cy="762000"/>
          </a:xfrm>
          <a:prstGeom prst="rect">
            <a:avLst/>
          </a:prstGeom>
        </p:spPr>
        <p:txBody>
          <a:bodyPr lIns="0" tIns="0"/>
          <a:lstStyle>
            <a:lvl1pPr algn="l">
              <a:lnSpc>
                <a:spcPct val="100000"/>
              </a:lnSpc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56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00" userDrawn="1">
          <p15:clr>
            <a:srgbClr val="A4A3A4"/>
          </p15:clr>
        </p15:guide>
        <p15:guide id="3" pos="5436" userDrawn="1">
          <p15:clr>
            <a:srgbClr val="A4A3A4"/>
          </p15:clr>
        </p15:guide>
        <p15:guide id="5" orient="horz" pos="927" userDrawn="1">
          <p15:clr>
            <a:srgbClr val="A4A3A4"/>
          </p15:clr>
        </p15:guide>
        <p15:guide id="6" orient="horz" pos="1416" userDrawn="1">
          <p15:clr>
            <a:srgbClr val="A4A3A4"/>
          </p15:clr>
        </p15:guide>
        <p15:guide id="7" orient="horz" pos="2013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py + Multiple Image Fram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81B2C4-90C4-161F-E5BC-01A7BBDDDA9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638665" y="3435378"/>
            <a:ext cx="3037398" cy="251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A8D56AB-8007-B4EF-2020-2D35E9BA7F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1359" y="3786280"/>
            <a:ext cx="3133725" cy="3071720"/>
          </a:xfrm>
          <a:custGeom>
            <a:avLst/>
            <a:gdLst>
              <a:gd name="connsiteX0" fmla="*/ 0 w 3133725"/>
              <a:gd name="connsiteY0" fmla="*/ 0 h 3071720"/>
              <a:gd name="connsiteX1" fmla="*/ 1175183 w 3133725"/>
              <a:gd name="connsiteY1" fmla="*/ 0 h 3071720"/>
              <a:gd name="connsiteX2" fmla="*/ 3133725 w 3133725"/>
              <a:gd name="connsiteY2" fmla="*/ 0 h 3071720"/>
              <a:gd name="connsiteX3" fmla="*/ 3133725 w 3133725"/>
              <a:gd name="connsiteY3" fmla="*/ 1175126 h 3071720"/>
              <a:gd name="connsiteX4" fmla="*/ 1175183 w 3133725"/>
              <a:gd name="connsiteY4" fmla="*/ 1175126 h 3071720"/>
              <a:gd name="connsiteX5" fmla="*/ 1175183 w 3133725"/>
              <a:gd name="connsiteY5" fmla="*/ 3071720 h 3071720"/>
              <a:gd name="connsiteX6" fmla="*/ 0 w 3133725"/>
              <a:gd name="connsiteY6" fmla="*/ 3071720 h 3071720"/>
              <a:gd name="connsiteX7" fmla="*/ 0 w 3133725"/>
              <a:gd name="connsiteY7" fmla="*/ 1175126 h 307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0">
                <a:moveTo>
                  <a:pt x="0" y="0"/>
                </a:moveTo>
                <a:lnTo>
                  <a:pt x="1175183" y="0"/>
                </a:lnTo>
                <a:lnTo>
                  <a:pt x="3133725" y="0"/>
                </a:lnTo>
                <a:lnTo>
                  <a:pt x="3133725" y="1175126"/>
                </a:lnTo>
                <a:lnTo>
                  <a:pt x="1175183" y="1175126"/>
                </a:lnTo>
                <a:lnTo>
                  <a:pt x="1175183" y="3071720"/>
                </a:lnTo>
                <a:lnTo>
                  <a:pt x="0" y="3071720"/>
                </a:lnTo>
                <a:lnTo>
                  <a:pt x="0" y="117512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AA1E2FC-147E-0BC2-3CD2-1FE2B8231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5083" y="3052154"/>
            <a:ext cx="3096420" cy="3096419"/>
          </a:xfrm>
          <a:custGeom>
            <a:avLst/>
            <a:gdLst>
              <a:gd name="connsiteX0" fmla="*/ 1935284 w 3096420"/>
              <a:gd name="connsiteY0" fmla="*/ 0 h 3096419"/>
              <a:gd name="connsiteX1" fmla="*/ 3096420 w 3096420"/>
              <a:gd name="connsiteY1" fmla="*/ 0 h 3096419"/>
              <a:gd name="connsiteX2" fmla="*/ 0 w 3096420"/>
              <a:gd name="connsiteY2" fmla="*/ 3096419 h 3096419"/>
              <a:gd name="connsiteX3" fmla="*/ 0 w 3096420"/>
              <a:gd name="connsiteY3" fmla="*/ 1935283 h 3096419"/>
              <a:gd name="connsiteX4" fmla="*/ 1935227 w 3096420"/>
              <a:gd name="connsiteY4" fmla="*/ 57 h 309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420" h="3096419">
                <a:moveTo>
                  <a:pt x="1935284" y="0"/>
                </a:moveTo>
                <a:lnTo>
                  <a:pt x="3096420" y="0"/>
                </a:lnTo>
                <a:cubicBezTo>
                  <a:pt x="3096420" y="1707328"/>
                  <a:pt x="1707386" y="3096419"/>
                  <a:pt x="0" y="3096419"/>
                </a:cubicBezTo>
                <a:lnTo>
                  <a:pt x="0" y="1935283"/>
                </a:lnTo>
                <a:cubicBezTo>
                  <a:pt x="1067095" y="1935283"/>
                  <a:pt x="1935227" y="1067151"/>
                  <a:pt x="1935227" y="5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C07BABD-2976-48B5-600E-0F35279AD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49676" y="0"/>
            <a:ext cx="3133725" cy="3060146"/>
          </a:xfrm>
          <a:custGeom>
            <a:avLst/>
            <a:gdLst>
              <a:gd name="connsiteX0" fmla="*/ 0 w 3133725"/>
              <a:gd name="connsiteY0" fmla="*/ 0 h 3071721"/>
              <a:gd name="connsiteX1" fmla="*/ 1175126 w 3133725"/>
              <a:gd name="connsiteY1" fmla="*/ 0 h 3071721"/>
              <a:gd name="connsiteX2" fmla="*/ 1175126 w 3133725"/>
              <a:gd name="connsiteY2" fmla="*/ 1896538 h 3071721"/>
              <a:gd name="connsiteX3" fmla="*/ 3133725 w 3133725"/>
              <a:gd name="connsiteY3" fmla="*/ 1896538 h 3071721"/>
              <a:gd name="connsiteX4" fmla="*/ 3133725 w 3133725"/>
              <a:gd name="connsiteY4" fmla="*/ 3071721 h 3071721"/>
              <a:gd name="connsiteX5" fmla="*/ 1175126 w 3133725"/>
              <a:gd name="connsiteY5" fmla="*/ 3071721 h 3071721"/>
              <a:gd name="connsiteX6" fmla="*/ 0 w 3133725"/>
              <a:gd name="connsiteY6" fmla="*/ 3071721 h 3071721"/>
              <a:gd name="connsiteX7" fmla="*/ 0 w 3133725"/>
              <a:gd name="connsiteY7" fmla="*/ 1896538 h 307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1">
                <a:moveTo>
                  <a:pt x="0" y="0"/>
                </a:moveTo>
                <a:lnTo>
                  <a:pt x="1175126" y="0"/>
                </a:lnTo>
                <a:lnTo>
                  <a:pt x="1175126" y="1896538"/>
                </a:lnTo>
                <a:lnTo>
                  <a:pt x="3133725" y="1896538"/>
                </a:lnTo>
                <a:lnTo>
                  <a:pt x="3133725" y="3071721"/>
                </a:lnTo>
                <a:lnTo>
                  <a:pt x="1175126" y="3071721"/>
                </a:lnTo>
                <a:lnTo>
                  <a:pt x="0" y="3071721"/>
                </a:lnTo>
                <a:lnTo>
                  <a:pt x="0" y="189653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C41C4-5B5A-C4CC-B5FA-AB8C68082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481138"/>
            <a:ext cx="5207000" cy="762000"/>
          </a:xfrm>
          <a:prstGeom prst="rect">
            <a:avLst/>
          </a:prstGeom>
        </p:spPr>
        <p:txBody>
          <a:bodyPr lIns="0" tIns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D55A19E-C3F7-C782-E5BD-39B6E9AA07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2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2" orient="horz" pos="927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  <p15:guide id="4" pos="5435" userDrawn="1">
          <p15:clr>
            <a:srgbClr val="A4A3A4"/>
          </p15:clr>
        </p15:guide>
        <p15:guide id="6" orient="horz" pos="2011" userDrawn="1">
          <p15:clr>
            <a:srgbClr val="A4A3A4"/>
          </p15:clr>
        </p15:guide>
        <p15:guide id="7" orient="horz" pos="3744" userDrawn="1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2  Image Fra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7A35B3-4755-FC6C-EA38-F7D29CF867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EC2DB7-A7F3-73AB-AD19-3445DC751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95162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4" orient="horz" pos="927" userDrawn="1">
          <p15:clr>
            <a:srgbClr val="A4A3A4"/>
          </p15:clr>
        </p15:guide>
        <p15:guide id="5" orient="horz" pos="1075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2  Image Frames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3317F-6DD3-60AC-8F14-90DDB948D0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E0CC9FE-189C-83E9-ECD8-D9736775BD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02957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3" userDrawn="1">
          <p15:clr>
            <a:srgbClr val="A4A3A4"/>
          </p15:clr>
        </p15:guide>
        <p15:guide id="2" orient="horz" pos="576" userDrawn="1">
          <p15:clr>
            <a:srgbClr val="A4A3A4"/>
          </p15:clr>
        </p15:guide>
        <p15:guide id="3" orient="horz" pos="1539" userDrawn="1">
          <p15:clr>
            <a:srgbClr val="A4A3A4"/>
          </p15:clr>
        </p15:guide>
        <p15:guide id="4" orient="horz" pos="3692" userDrawn="1">
          <p15:clr>
            <a:srgbClr val="A4A3A4"/>
          </p15:clr>
        </p15:guide>
        <p15:guide id="5" pos="3600" userDrawn="1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py + 2  Image Fram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78247-9EC7-D8DC-83C0-012D34A3E6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52D9E87-ED40-DB9E-5C6B-A7ED43082B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1092E5-0B21-7949-F024-C22D2994C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2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 userDrawn="1">
          <p15:clr>
            <a:srgbClr val="A4A3A4"/>
          </p15:clr>
        </p15:guide>
        <p15:guide id="4" orient="horz" pos="927" userDrawn="1">
          <p15:clr>
            <a:srgbClr val="A4A3A4"/>
          </p15:clr>
        </p15:guide>
        <p15:guide id="5" orient="horz" pos="1075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py + 2  Image Frames (For less Content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9440AA0-EF12-444F-8C65-D56FA3189B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E08E14-67C4-E87C-3AFF-5EDF554B1E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C73404-BE2A-A090-A14A-BBCFDACF1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3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7" userDrawn="1">
          <p15:clr>
            <a:srgbClr val="A4A3A4"/>
          </p15:clr>
        </p15:guide>
        <p15:guide id="2" orient="horz" pos="576" userDrawn="1">
          <p15:clr>
            <a:srgbClr val="A4A3A4"/>
          </p15:clr>
        </p15:guide>
        <p15:guide id="3" orient="horz" pos="1183" userDrawn="1">
          <p15:clr>
            <a:srgbClr val="A4A3A4"/>
          </p15:clr>
        </p15:guide>
        <p15:guide id="4" orient="horz" pos="1539" userDrawn="1">
          <p15:clr>
            <a:srgbClr val="A4A3A4"/>
          </p15:clr>
        </p15:guide>
        <p15:guide id="5" orient="horz" pos="3692" userDrawn="1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NEW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94BC7B3-6477-58FB-4DA2-389137C59C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2C04-94BA-56B0-7563-785A81C694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315751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73EC1-B500-E2B3-DB19-32C3E1335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91F461-A991-2144-4190-1E9EF972A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7EC013-D2F2-9ABF-216E-0A30C441E9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7C0FCBF-46C6-B5AC-361F-22531932AF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05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attern (NEW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BB901FE-6A70-E76B-551F-603B51DDE8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CC8ED67-A609-4C5F-FE14-521B64FBCC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 dirty="0"/>
              <a:t>Click to add title (Font size 30)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33183E-030D-8D2C-8D07-E8C0E6CD3CC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3718281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 userDrawn="1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C0BD1-998A-D8D3-0BAB-97BDB7C093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65079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C0BD1-998A-D8D3-0BAB-97BDB7C093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6E06C4E-A8C9-B8A3-643C-A515CCB19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62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D1614-E350-E04E-80A6-6CE83BA5BD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8647"/>
            <a:ext cx="5409765" cy="487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20" name="Graphic 11">
            <a:extLst>
              <a:ext uri="{FF2B5EF4-FFF2-40B4-BE49-F238E27FC236}">
                <a16:creationId xmlns:a16="http://schemas.microsoft.com/office/drawing/2014/main" id="{DDEDE608-BFE3-38F5-5DAC-C0E31744617C}"/>
              </a:ext>
            </a:extLst>
          </p:cNvPr>
          <p:cNvGrpSpPr/>
          <p:nvPr userDrawn="1"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0B51E4-F577-E8C8-B6E1-FD2EDB4B5125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0BFC2AC-C513-62B6-B898-9A824442C130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46617A9-EE88-602B-BB89-3346BD684661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43E8D5F-E45B-6123-9C41-5A9E50CA9B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2454275"/>
            <a:ext cx="5394960" cy="883846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text </a:t>
            </a:r>
            <a:endParaRPr lang="en-GB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9669A43-A8DE-00E4-F380-24A1D2C49FD2}"/>
              </a:ext>
            </a:extLst>
          </p:cNvPr>
          <p:cNvSpPr/>
          <p:nvPr userDrawn="1"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F50B279-F10E-F851-6958-658B32D8F691}"/>
              </a:ext>
            </a:extLst>
          </p:cNvPr>
          <p:cNvSpPr/>
          <p:nvPr userDrawn="1"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979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432" userDrawn="1">
          <p15:clr>
            <a:srgbClr val="A4A3A4"/>
          </p15:clr>
        </p15:guide>
        <p15:guide id="3" orient="horz" pos="1541" userDrawn="1">
          <p15:clr>
            <a:srgbClr val="A4A3A4"/>
          </p15:clr>
        </p15:guide>
        <p15:guide id="4" orient="horz" pos="2101" userDrawn="1">
          <p15:clr>
            <a:srgbClr val="A4A3A4"/>
          </p15:clr>
        </p15:guide>
        <p15:guide id="5" orient="horz" pos="2447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4659-E7DC-D5E3-91E8-530A93665E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995363"/>
            <a:ext cx="5394960" cy="4597450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A0B0973-D6F3-B1FA-121F-8D7D08ADD874}"/>
              </a:ext>
            </a:extLst>
          </p:cNvPr>
          <p:cNvSpPr/>
          <p:nvPr userDrawn="1"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grpSp>
        <p:nvGrpSpPr>
          <p:cNvPr id="20" name="Graphic 11">
            <a:extLst>
              <a:ext uri="{FF2B5EF4-FFF2-40B4-BE49-F238E27FC236}">
                <a16:creationId xmlns:a16="http://schemas.microsoft.com/office/drawing/2014/main" id="{B8F2527E-0F3D-27A0-7D5C-A7E8094860B7}"/>
              </a:ext>
            </a:extLst>
          </p:cNvPr>
          <p:cNvGrpSpPr/>
          <p:nvPr userDrawn="1"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6A5EC41-2521-B750-36EA-CF126223BA69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6132F54-EE2B-BC45-F64D-897BFB49204C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991D52-C716-3087-7C17-682F0818CE04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85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623" userDrawn="1">
          <p15:clr>
            <a:srgbClr val="A4A3A4"/>
          </p15:clr>
        </p15:guide>
        <p15:guide id="3" orient="horz" pos="3522" userDrawn="1">
          <p15:clr>
            <a:srgbClr val="A4A3A4"/>
          </p15:clr>
        </p15:guide>
        <p15:guide id="4" pos="432" userDrawn="1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Clos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013BD70-8FF7-484E-A1F9-41846B53DE33}"/>
              </a:ext>
            </a:extLst>
          </p:cNvPr>
          <p:cNvGrpSpPr/>
          <p:nvPr userDrawn="1"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A3620D-8125-7B0A-7ECD-0A076DA8DC36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1B7032-4672-2FEF-F0B7-19263B94EDC5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393F10-1EFB-EBEF-6FA2-3D611E84A08B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FB5B9E-BABA-35EB-54E1-58B21B0F8A81}"/>
              </a:ext>
            </a:extLst>
          </p:cNvPr>
          <p:cNvSpPr/>
          <p:nvPr userDrawn="1"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22CF59-A180-C5CC-E474-5FA5D89576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2454275"/>
            <a:ext cx="5394960" cy="883846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text </a:t>
            </a:r>
            <a:endParaRPr lang="en-GB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79602C0-9528-07D7-2D63-425E5956D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8647"/>
            <a:ext cx="5409765" cy="487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E8AE936-9642-0D6C-B34C-432924C967AB}"/>
              </a:ext>
            </a:extLst>
          </p:cNvPr>
          <p:cNvSpPr/>
          <p:nvPr userDrawn="1"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C56BEA5-DEE4-9A8B-FF70-32304A46BB3D}"/>
              </a:ext>
            </a:extLst>
          </p:cNvPr>
          <p:cNvSpPr/>
          <p:nvPr userDrawn="1"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506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432" userDrawn="1">
          <p15:clr>
            <a:srgbClr val="A4A3A4"/>
          </p15:clr>
        </p15:guide>
        <p15:guide id="3" orient="horz" pos="1541" userDrawn="1">
          <p15:clr>
            <a:srgbClr val="A4A3A4"/>
          </p15:clr>
        </p15:guide>
        <p15:guide id="4" orient="horz" pos="2101" userDrawn="1">
          <p15:clr>
            <a:srgbClr val="A4A3A4"/>
          </p15:clr>
        </p15:guide>
        <p15:guide id="5" orient="horz" pos="2754" userDrawn="1">
          <p15:clr>
            <a:srgbClr val="A4A3A4"/>
          </p15:clr>
        </p15:guide>
        <p15:guide id="6" orient="horz" pos="2447" userDrawn="1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Clos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013BD70-8FF7-484E-A1F9-41846B53DE33}"/>
              </a:ext>
            </a:extLst>
          </p:cNvPr>
          <p:cNvGrpSpPr/>
          <p:nvPr userDrawn="1"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A3620D-8125-7B0A-7ECD-0A076DA8DC36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1B7032-4672-2FEF-F0B7-19263B94EDC5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393F10-1EFB-EBEF-6FA2-3D611E84A08B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>
                <a:latin typeface="Arial" panose="020B0604020202020204" pitchFamily="34" charset="0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FB5B9E-BABA-35EB-54E1-58B21B0F8A81}"/>
              </a:ext>
            </a:extLst>
          </p:cNvPr>
          <p:cNvSpPr/>
          <p:nvPr userDrawn="1"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C39A863-88E3-45B3-917E-FCDCDC998C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995363"/>
            <a:ext cx="5394960" cy="4597450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text </a:t>
            </a:r>
            <a:endParaRPr lang="en-GB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53F36B9-D9D5-4947-D0A1-8AB0E2A1D920}"/>
              </a:ext>
            </a:extLst>
          </p:cNvPr>
          <p:cNvSpPr/>
          <p:nvPr userDrawn="1"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EBBF5B0-44E0-58C7-E044-2FC977AA1D41}"/>
              </a:ext>
            </a:extLst>
          </p:cNvPr>
          <p:cNvSpPr/>
          <p:nvPr userDrawn="1"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17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432" userDrawn="1">
          <p15:clr>
            <a:srgbClr val="A4A3A4"/>
          </p15:clr>
        </p15:guide>
        <p15:guide id="3" orient="horz" pos="623" userDrawn="1">
          <p15:clr>
            <a:srgbClr val="A4A3A4"/>
          </p15:clr>
        </p15:guide>
        <p15:guide id="4" orient="horz" pos="3522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B8D94-D66B-90F9-6A84-05282053B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3938" y="6458114"/>
            <a:ext cx="381000" cy="1353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32973A8-8CB6-8DD5-9580-5302D7D2724A}"/>
              </a:ext>
            </a:extLst>
          </p:cNvPr>
          <p:cNvPicPr>
            <a:picLocks noChangeAspect="1"/>
          </p:cNvPicPr>
          <p:nvPr userDrawn="1"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64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  <p:sldLayoutId id="2147483959" r:id="rId18"/>
    <p:sldLayoutId id="2147483987" r:id="rId19"/>
    <p:sldLayoutId id="2147483917" r:id="rId20"/>
    <p:sldLayoutId id="2147483989" r:id="rId21"/>
    <p:sldLayoutId id="2147483960" r:id="rId22"/>
    <p:sldLayoutId id="2147483988" r:id="rId23"/>
    <p:sldLayoutId id="2147483918" r:id="rId24"/>
    <p:sldLayoutId id="2147483990" r:id="rId25"/>
    <p:sldLayoutId id="2147483961" r:id="rId26"/>
    <p:sldLayoutId id="2147483962" r:id="rId27"/>
    <p:sldLayoutId id="2147483963" r:id="rId28"/>
    <p:sldLayoutId id="2147483964" r:id="rId29"/>
    <p:sldLayoutId id="2147483985" r:id="rId30"/>
    <p:sldLayoutId id="2147483922" r:id="rId31"/>
    <p:sldLayoutId id="2147483965" r:id="rId32"/>
    <p:sldLayoutId id="2147483983" r:id="rId33"/>
    <p:sldLayoutId id="2147483966" r:id="rId34"/>
    <p:sldLayoutId id="2147483924" r:id="rId35"/>
    <p:sldLayoutId id="2147483967" r:id="rId36"/>
    <p:sldLayoutId id="2147483925" r:id="rId37"/>
    <p:sldLayoutId id="2147483968" r:id="rId38"/>
    <p:sldLayoutId id="2147483926" r:id="rId39"/>
    <p:sldLayoutId id="2147483969" r:id="rId40"/>
    <p:sldLayoutId id="2147483927" r:id="rId41"/>
    <p:sldLayoutId id="2147483970" r:id="rId42"/>
    <p:sldLayoutId id="2147483971" r:id="rId43"/>
    <p:sldLayoutId id="2147483972" r:id="rId44"/>
    <p:sldLayoutId id="2147483930" r:id="rId45"/>
    <p:sldLayoutId id="2147483973" r:id="rId46"/>
    <p:sldLayoutId id="2147483931" r:id="rId47"/>
    <p:sldLayoutId id="2147483974" r:id="rId48"/>
    <p:sldLayoutId id="2147483975" r:id="rId49"/>
    <p:sldLayoutId id="2147483976" r:id="rId50"/>
    <p:sldLayoutId id="2147483977" r:id="rId51"/>
    <p:sldLayoutId id="2147483978" r:id="rId52"/>
    <p:sldLayoutId id="2147483979" r:id="rId53"/>
    <p:sldLayoutId id="2147483980" r:id="rId54"/>
    <p:sldLayoutId id="2147483981" r:id="rId55"/>
    <p:sldLayoutId id="2147483982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1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49263" indent="-180975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779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□"/>
        <a:defRPr sz="1400" b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1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−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558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Tx/>
        <a:buNone/>
        <a:defRPr sz="1400" b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2100" b="1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Tx/>
        <a:buNone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20">
          <p15:clr>
            <a:srgbClr val="F26B43"/>
          </p15:clr>
        </p15:guide>
        <p15:guide id="15" pos="7355">
          <p15:clr>
            <a:srgbClr val="F26B43"/>
          </p15:clr>
        </p15:guide>
        <p15:guide id="18" orient="horz" pos="320">
          <p15:clr>
            <a:srgbClr val="F26B43"/>
          </p15:clr>
        </p15:guide>
        <p15:guide id="30" orient="horz" pos="4000">
          <p15:clr>
            <a:srgbClr val="F26B43"/>
          </p15:clr>
        </p15:guide>
        <p15:guide id="31" pos="3840" userDrawn="1">
          <p15:clr>
            <a:srgbClr val="F26B43"/>
          </p15:clr>
        </p15:guide>
        <p15:guide id="3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413366-2F38-4B8E-8570-4D1D76B0D2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/>
          <a:p>
            <a:fld id="{CD602E07-C281-4409-A9EA-EC31ABE69032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2F555B-2868-4D73-B6C8-4A519AD0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77" y="2454274"/>
            <a:ext cx="5198123" cy="3408363"/>
          </a:xfrm>
          <a:ln>
            <a:noFill/>
            <a:prstDash val="dash"/>
          </a:ln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715343-206A-B398-EB06-4F16F80A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79" y="925253"/>
            <a:ext cx="11159184" cy="957522"/>
          </a:xfrm>
          <a:ln>
            <a:noFill/>
            <a:prstDash val="dash"/>
          </a:ln>
        </p:spPr>
        <p:txBody>
          <a:bodyPr/>
          <a:lstStyle/>
          <a:p>
            <a:r>
              <a:rPr lang="en-US" dirty="0"/>
              <a:t>Title goes here (Font size 30)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7268F0-A1B3-381C-89C7-C36C724D89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86254" y="2448732"/>
            <a:ext cx="5189810" cy="3408363"/>
          </a:xfrm>
          <a:ln>
            <a:noFill/>
            <a:prstDash val="dash"/>
          </a:ln>
        </p:spPr>
        <p:txBody>
          <a:bodyPr/>
          <a:lstStyle/>
          <a:p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41271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(Version 4)">
  <a:themeElements>
    <a:clrScheme name="Custom 1">
      <a:dk1>
        <a:sysClr val="windowText" lastClr="000000"/>
      </a:dk1>
      <a:lt1>
        <a:sysClr val="window" lastClr="FFFFFF"/>
      </a:lt1>
      <a:dk2>
        <a:srgbClr val="1F00FF"/>
      </a:dk2>
      <a:lt2>
        <a:srgbClr val="E7E6E6"/>
      </a:lt2>
      <a:accent1>
        <a:srgbClr val="000000"/>
      </a:accent1>
      <a:accent2>
        <a:srgbClr val="7700EC"/>
      </a:accent2>
      <a:accent3>
        <a:srgbClr val="FCCF00"/>
      </a:accent3>
      <a:accent4>
        <a:srgbClr val="00D87D"/>
      </a:accent4>
      <a:accent5>
        <a:srgbClr val="01454F"/>
      </a:accent5>
      <a:accent6>
        <a:srgbClr val="8AAEFF"/>
      </a:accent6>
      <a:hlink>
        <a:srgbClr val="1F00FF"/>
      </a:hlink>
      <a:folHlink>
        <a:srgbClr val="00E5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DR Light Cyan 1">
      <a:srgbClr val="99F5FD"/>
    </a:custClr>
    <a:custClr name="DR Light Violet">
      <a:srgbClr val="C999F7"/>
    </a:custClr>
    <a:custClr name="DR Light Amber">
      <a:srgbClr val="FEEC99"/>
    </a:custClr>
    <a:custClr name="DR Light Green">
      <a:srgbClr val="99EFCB"/>
    </a:custClr>
    <a:custClr name="DR Light Blue">
      <a:srgbClr val="8AAEFF"/>
    </a:custClr>
    <a:custClr name="DR Light Slate Grey">
      <a:srgbClr val="9AB5B9"/>
    </a:custClr>
    <a:custClr name="DR Light Grey">
      <a:srgbClr val="C7C8CA"/>
    </a:custClr>
    <a:custClr name="DR Mid Grey">
      <a:srgbClr val="808080"/>
    </a:custClr>
  </a:custClrLst>
  <a:extLst>
    <a:ext uri="{05A4C25C-085E-4340-85A3-A5531E510DB2}">
      <thm15:themeFamily xmlns:thm15="http://schemas.microsoft.com/office/thememl/2012/main" name="Corporate Deck updated images_2024 Update_Final" id="{269EF536-3450-4377-BED5-2D2E91539532}" vid="{3297A8E1-53F1-4025-842E-42BB9FED14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791217-01a9-4e69-b289-f907a713277a">
      <Terms xmlns="http://schemas.microsoft.com/office/infopath/2007/PartnerControls"/>
    </lcf76f155ced4ddcb4097134ff3c332f>
    <SharedWithUsers xmlns="ac8b6241-8e20-41e5-997a-79b4198cf570">
      <UserInfo>
        <DisplayName>Evaggelia Rounta</DisplayName>
        <AccountId>141</AccountId>
        <AccountType/>
      </UserInfo>
      <UserInfo>
        <DisplayName>Neriza Sirimarco</DisplayName>
        <AccountId>6</AccountId>
        <AccountType/>
      </UserInfo>
      <UserInfo>
        <DisplayName>Verdah Jabeen</DisplayName>
        <AccountId>127</AccountId>
        <AccountType/>
      </UserInfo>
    </SharedWithUsers>
    <TaxCatchAll xmlns="ac8b6241-8e20-41e5-997a-79b4198cf57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C86A314EDB547B55DEFE5F616F881" ma:contentTypeVersion="15" ma:contentTypeDescription="Create a new document." ma:contentTypeScope="" ma:versionID="fea05d492f655f8faa181281cf754a7a">
  <xsd:schema xmlns:xsd="http://www.w3.org/2001/XMLSchema" xmlns:xs="http://www.w3.org/2001/XMLSchema" xmlns:p="http://schemas.microsoft.com/office/2006/metadata/properties" xmlns:ns2="10791217-01a9-4e69-b289-f907a713277a" xmlns:ns3="ac8b6241-8e20-41e5-997a-79b4198cf570" targetNamespace="http://schemas.microsoft.com/office/2006/metadata/properties" ma:root="true" ma:fieldsID="55a07609ed81c1471c97434bbd5241c3" ns2:_="" ns3:_="">
    <xsd:import namespace="10791217-01a9-4e69-b289-f907a713277a"/>
    <xsd:import namespace="ac8b6241-8e20-41e5-997a-79b4198cf5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791217-01a9-4e69-b289-f907a71327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1774ea4a-61ee-4b8e-9f7e-f9d0f96511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8b6241-8e20-41e5-997a-79b4198cf57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914d701-447e-43f1-835f-89985e307eab}" ma:internalName="TaxCatchAll" ma:showField="CatchAllData" ma:web="ac8b6241-8e20-41e5-997a-79b4198cf5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8A8C05-2E78-47B0-8F2D-2858FB2AC2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FFA500-119D-4151-BEEB-D8D9A346A3C4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e9804534-e15e-4cb9-869a-6f9aba21b45e"/>
    <ds:schemaRef ds:uri="http://schemas.microsoft.com/office/infopath/2007/PartnerControls"/>
    <ds:schemaRef ds:uri="http://schemas.openxmlformats.org/package/2006/metadata/core-properties"/>
    <ds:schemaRef ds:uri="60914c56-22d9-4e61-9fff-a287d18fef92"/>
    <ds:schemaRef ds:uri="http://www.w3.org/XML/1998/namespace"/>
    <ds:schemaRef ds:uri="http://purl.org/dc/terms/"/>
    <ds:schemaRef ds:uri="10791217-01a9-4e69-b289-f907a713277a"/>
    <ds:schemaRef ds:uri="ac8b6241-8e20-41e5-997a-79b4198cf570"/>
  </ds:schemaRefs>
</ds:datastoreItem>
</file>

<file path=customXml/itemProps3.xml><?xml version="1.0" encoding="utf-8"?>
<ds:datastoreItem xmlns:ds="http://schemas.openxmlformats.org/officeDocument/2006/customXml" ds:itemID="{3E773219-8FA8-43F9-AD26-70F466F6B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791217-01a9-4e69-b289-f907a713277a"/>
    <ds:schemaRef ds:uri="ac8b6241-8e20-41e5-997a-79b4198cf5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5d53a40-131c-4896-94ef-8cd3538b3834}" enabled="0" method="" siteId="{45d53a40-131c-4896-94ef-8cd3538b383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(Version 4)</Template>
  <TotalTime>1</TotalTime>
  <Words>11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Courier New</vt:lpstr>
      <vt:lpstr>Wingdings</vt:lpstr>
      <vt:lpstr>Office Theme (Version 4)</vt:lpstr>
      <vt:lpstr>Title goes here (Font size 30)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Nabih Sabeh</dc:creator>
  <cp:lastModifiedBy>Nabih Sabeh</cp:lastModifiedBy>
  <cp:revision>2</cp:revision>
  <dcterms:created xsi:type="dcterms:W3CDTF">2026-01-23T22:36:48Z</dcterms:created>
  <dcterms:modified xsi:type="dcterms:W3CDTF">2026-01-23T22:38:12Z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0x0101002BFC86A314EDB547B55DEFE5F616F881</vt:lpwstr>
  </property>
  <property fmtid="{D5CDD505-2E9C-101B-9397-08002B2CF9AE}" pid="3" name="MediaServiceImageTags">
    <vt:lpwstr/>
  </property>
</Properties>
</file>